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Book Antiqua" panose="02040602050305030304" pitchFamily="18" charset="0"/>
      <p:regular r:id="rId11"/>
      <p:bold r:id="rId12"/>
      <p:italic r:id="rId13"/>
      <p:boldItalic r:id="rId14"/>
    </p:embeddedFont>
    <p:embeddedFont>
      <p:font typeface="Heading Now 31-38" panose="020B0604020202020204" charset="0"/>
      <p:regular r:id="rId15"/>
    </p:embeddedFont>
    <p:embeddedFont>
      <p:font typeface="Heading Now 31-38 Bold" panose="020B0604020202020204" charset="0"/>
      <p:regular r:id="rId16"/>
    </p:embeddedFont>
    <p:embeddedFont>
      <p:font typeface="Palatino Linotype" panose="02040502050505030304" pitchFamily="18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75CAB-C3CB-4BF9-B0CD-56E52BCFDD0A}" v="8" dt="2026-10-11T14:52:14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v Gurram" userId="503630ec95448f7b" providerId="LiveId" clId="{0BF47F74-E064-4E12-8E42-6947B43A135C}"/>
    <pc:docChg chg="modSld">
      <pc:chgData name="Pranav Gurram" userId="503630ec95448f7b" providerId="LiveId" clId="{0BF47F74-E064-4E12-8E42-6947B43A135C}" dt="2026-10-11T14:52:14.139" v="7"/>
      <pc:docMkLst>
        <pc:docMk/>
      </pc:docMkLst>
      <pc:sldChg chg="modSp">
        <pc:chgData name="Pranav Gurram" userId="503630ec95448f7b" providerId="LiveId" clId="{0BF47F74-E064-4E12-8E42-6947B43A135C}" dt="2026-10-11T14:52:14.139" v="7"/>
        <pc:sldMkLst>
          <pc:docMk/>
          <pc:sldMk cId="0" sldId="264"/>
        </pc:sldMkLst>
        <pc:spChg chg="mod">
          <ac:chgData name="Pranav Gurram" userId="503630ec95448f7b" providerId="LiveId" clId="{0BF47F74-E064-4E12-8E42-6947B43A135C}" dt="2026-10-11T14:52:14.139" v="7"/>
          <ac:spMkLst>
            <pc:docMk/>
            <pc:sldMk cId="0" sldId="264"/>
            <ac:spMk id="15" creationId="{D99AD370-5841-649D-6F74-24707E66DE4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74D84-691E-439D-A4F3-3A28E8822E54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A307D-10EB-4EAC-B315-778B55F567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314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A307D-10EB-4EAC-B315-778B55F567E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13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17" Type="http://schemas.openxmlformats.org/officeDocument/2006/relationships/image" Target="../media/image17.jpeg"/><Relationship Id="rId2" Type="http://schemas.openxmlformats.org/officeDocument/2006/relationships/image" Target="../media/image10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14" Type="http://schemas.openxmlformats.org/officeDocument/2006/relationships/hyperlink" Target="https://unisol.mooo.com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10.png"/><Relationship Id="rId21" Type="http://schemas.openxmlformats.org/officeDocument/2006/relationships/image" Target="../media/image26.jpeg"/><Relationship Id="rId7" Type="http://schemas.openxmlformats.org/officeDocument/2006/relationships/image" Target="../media/image11.png"/><Relationship Id="rId12" Type="http://schemas.openxmlformats.org/officeDocument/2006/relationships/image" Target="../media/image2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20.jpg"/><Relationship Id="rId10" Type="http://schemas.openxmlformats.org/officeDocument/2006/relationships/image" Target="../media/image12.png"/><Relationship Id="rId19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3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1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3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-303755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85" r="-3785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154" b="-305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7000"/>
            </a:blip>
            <a:stretch>
              <a:fillRect/>
            </a:stretch>
          </a:blipFill>
        </p:spPr>
      </p:sp>
      <p:sp>
        <p:nvSpPr>
          <p:cNvPr id="48" name="TextBox 3">
            <a:extLst>
              <a:ext uri="{FF2B5EF4-FFF2-40B4-BE49-F238E27FC236}">
                <a16:creationId xmlns:a16="http://schemas.microsoft.com/office/drawing/2014/main" id="{3EA5EC73-CF2A-2A5D-4C0E-A1EBC72DE63E}"/>
              </a:ext>
            </a:extLst>
          </p:cNvPr>
          <p:cNvSpPr txBox="1"/>
          <p:nvPr/>
        </p:nvSpPr>
        <p:spPr>
          <a:xfrm>
            <a:off x="736677" y="6563781"/>
            <a:ext cx="2260718" cy="74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4771" b="1" spc="46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NAME :</a:t>
            </a:r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BE992E0D-84D1-0832-3281-52FFE7BDDB2D}"/>
              </a:ext>
            </a:extLst>
          </p:cNvPr>
          <p:cNvSpPr txBox="1"/>
          <p:nvPr/>
        </p:nvSpPr>
        <p:spPr>
          <a:xfrm>
            <a:off x="561407" y="4930326"/>
            <a:ext cx="5153594" cy="792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148" b="1" spc="50" dirty="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 TITLE  </a:t>
            </a:r>
            <a:r>
              <a:rPr lang="en-US" sz="3600" b="1" spc="50" dirty="0">
                <a:solidFill>
                  <a:srgbClr val="C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:</a:t>
            </a:r>
          </a:p>
        </p:txBody>
      </p:sp>
      <p:sp>
        <p:nvSpPr>
          <p:cNvPr id="52" name="TextBox 5">
            <a:extLst>
              <a:ext uri="{FF2B5EF4-FFF2-40B4-BE49-F238E27FC236}">
                <a16:creationId xmlns:a16="http://schemas.microsoft.com/office/drawing/2014/main" id="{92ED8307-B1EE-3140-F0E6-F0C57685F111}"/>
              </a:ext>
            </a:extLst>
          </p:cNvPr>
          <p:cNvSpPr txBox="1"/>
          <p:nvPr/>
        </p:nvSpPr>
        <p:spPr>
          <a:xfrm>
            <a:off x="736677" y="3700840"/>
            <a:ext cx="6250076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DOMAIN &amp; NO :</a:t>
            </a:r>
            <a:r>
              <a:rPr lang="en-US" sz="5148" b="1" spc="50" dirty="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</a:t>
            </a:r>
            <a:r>
              <a:rPr lang="en-US" sz="5148" b="1" spc="50" dirty="0">
                <a:solidFill>
                  <a:srgbClr val="161F3E"/>
                </a:solidFill>
                <a:latin typeface="Heading Now 31-38"/>
                <a:ea typeface="Heading Now 31-38 Bold"/>
                <a:cs typeface="Heading Now 31-38 Bold"/>
                <a:sym typeface="Heading Now 31-38"/>
              </a:rPr>
              <a:t>7,G-02,</a:t>
            </a:r>
            <a:endParaRPr lang="en-US" sz="5148" spc="50" dirty="0">
              <a:solidFill>
                <a:srgbClr val="161F3E"/>
              </a:solidFill>
              <a:latin typeface="Heading Now 31-38"/>
              <a:ea typeface="Heading Now 31-38"/>
              <a:cs typeface="Heading Now 31-38"/>
              <a:sym typeface="Heading Now 31-38"/>
            </a:endParaRPr>
          </a:p>
        </p:txBody>
      </p:sp>
      <p:sp>
        <p:nvSpPr>
          <p:cNvPr id="54" name="TextBox 6">
            <a:extLst>
              <a:ext uri="{FF2B5EF4-FFF2-40B4-BE49-F238E27FC236}">
                <a16:creationId xmlns:a16="http://schemas.microsoft.com/office/drawing/2014/main" id="{4D96A60B-A18C-153C-E665-41D582BC35D0}"/>
              </a:ext>
            </a:extLst>
          </p:cNvPr>
          <p:cNvSpPr txBox="1"/>
          <p:nvPr/>
        </p:nvSpPr>
        <p:spPr>
          <a:xfrm>
            <a:off x="736677" y="7525335"/>
            <a:ext cx="2119254" cy="707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4472" b="1" spc="43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ID :</a:t>
            </a:r>
          </a:p>
        </p:txBody>
      </p:sp>
      <p:sp>
        <p:nvSpPr>
          <p:cNvPr id="56" name="TextBox 8">
            <a:extLst>
              <a:ext uri="{FF2B5EF4-FFF2-40B4-BE49-F238E27FC236}">
                <a16:creationId xmlns:a16="http://schemas.microsoft.com/office/drawing/2014/main" id="{7FABCC0B-C871-568F-942E-3E296691CAA4}"/>
              </a:ext>
            </a:extLst>
          </p:cNvPr>
          <p:cNvSpPr txBox="1"/>
          <p:nvPr/>
        </p:nvSpPr>
        <p:spPr>
          <a:xfrm>
            <a:off x="594418" y="366545"/>
            <a:ext cx="4010276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id="58" name="TextBox 9">
            <a:extLst>
              <a:ext uri="{FF2B5EF4-FFF2-40B4-BE49-F238E27FC236}">
                <a16:creationId xmlns:a16="http://schemas.microsoft.com/office/drawing/2014/main" id="{84D416B4-60A5-EB7D-49A4-CCF9A09CBB44}"/>
              </a:ext>
            </a:extLst>
          </p:cNvPr>
          <p:cNvSpPr txBox="1"/>
          <p:nvPr/>
        </p:nvSpPr>
        <p:spPr>
          <a:xfrm>
            <a:off x="4686268" y="366545"/>
            <a:ext cx="1413653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id="60" name="Freeform 10">
            <a:extLst>
              <a:ext uri="{FF2B5EF4-FFF2-40B4-BE49-F238E27FC236}">
                <a16:creationId xmlns:a16="http://schemas.microsoft.com/office/drawing/2014/main" id="{AE4F2E90-9302-67DB-9EC2-885A2DBDC87E}"/>
              </a:ext>
            </a:extLst>
          </p:cNvPr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62" name="TextBox 11">
            <a:extLst>
              <a:ext uri="{FF2B5EF4-FFF2-40B4-BE49-F238E27FC236}">
                <a16:creationId xmlns:a16="http://schemas.microsoft.com/office/drawing/2014/main" id="{5D92428C-FFE0-7350-F3D8-A8A6C4E15146}"/>
              </a:ext>
            </a:extLst>
          </p:cNvPr>
          <p:cNvSpPr txBox="1"/>
          <p:nvPr/>
        </p:nvSpPr>
        <p:spPr>
          <a:xfrm>
            <a:off x="6181496" y="1747988"/>
            <a:ext cx="2453149" cy="57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608" b="1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id="64" name="TextBox 12">
            <a:extLst>
              <a:ext uri="{FF2B5EF4-FFF2-40B4-BE49-F238E27FC236}">
                <a16:creationId xmlns:a16="http://schemas.microsoft.com/office/drawing/2014/main" id="{F7898281-3977-763A-BA5E-B0CDABA9133C}"/>
              </a:ext>
            </a:extLst>
          </p:cNvPr>
          <p:cNvSpPr txBox="1"/>
          <p:nvPr/>
        </p:nvSpPr>
        <p:spPr>
          <a:xfrm>
            <a:off x="736677" y="2531879"/>
            <a:ext cx="2119254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721" b="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1" b="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20AA42-BE5B-B755-596B-81385FF581B4}"/>
              </a:ext>
            </a:extLst>
          </p:cNvPr>
          <p:cNvSpPr txBox="1"/>
          <p:nvPr/>
        </p:nvSpPr>
        <p:spPr>
          <a:xfrm>
            <a:off x="5734666" y="4649359"/>
            <a:ext cx="902251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err="1">
                <a:solidFill>
                  <a:srgbClr val="C00000"/>
                </a:solidFill>
              </a:rPr>
              <a:t>GovFix</a:t>
            </a:r>
            <a:r>
              <a:rPr lang="en-IN" sz="4400" b="1" dirty="0">
                <a:solidFill>
                  <a:srgbClr val="C00000"/>
                </a:solidFill>
              </a:rPr>
              <a:t>: Configurable Public-Institution Workflow Engine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F0A63DB-F005-09F7-0072-E36810DCA6AC}"/>
              </a:ext>
            </a:extLst>
          </p:cNvPr>
          <p:cNvSpPr txBox="1"/>
          <p:nvPr/>
        </p:nvSpPr>
        <p:spPr>
          <a:xfrm>
            <a:off x="2960950" y="6428523"/>
            <a:ext cx="80516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 err="1">
                <a:solidFill>
                  <a:srgbClr val="C00000"/>
                </a:solidFill>
              </a:rPr>
              <a:t>OrbitX</a:t>
            </a:r>
            <a:endParaRPr lang="en-IN" sz="4800" b="1" dirty="0">
              <a:solidFill>
                <a:srgbClr val="C0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6B53F37-140F-15FF-1C8D-9C7710412FA8}"/>
              </a:ext>
            </a:extLst>
          </p:cNvPr>
          <p:cNvSpPr txBox="1"/>
          <p:nvPr/>
        </p:nvSpPr>
        <p:spPr>
          <a:xfrm>
            <a:off x="2345611" y="7409569"/>
            <a:ext cx="579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6723788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363922" y="21617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306258" y="946569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9AD370-5841-649D-6F74-24707E66DE4F}"/>
              </a:ext>
            </a:extLst>
          </p:cNvPr>
          <p:cNvSpPr txBox="1"/>
          <p:nvPr/>
        </p:nvSpPr>
        <p:spPr>
          <a:xfrm>
            <a:off x="30408" y="1296533"/>
            <a:ext cx="17346905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handle a large number of service requests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semester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classroom projector failures,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equipment breakdowns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Wi-Fi outages,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maintenance issues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power faults, water-supply problems, and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infrastructure incidents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existing campus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portals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basic online forms, and conventional ticketing systems often fail to ensure that these requests are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transparently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 time, and by the correct authority.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many tickets remain stuck in “In Progress” for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periods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are closed without proof of repair, miss service-level deadlines without escalation, or are modified later without a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audit trail.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addition,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unrestricted AI-based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can introduce risk if they are allowed to change ticket status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approve closure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assign personnel, or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institutional records.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intelligent university service-request system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Enforces a valid,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workflow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complaint.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actions only by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roles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requester, supervisor, technician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monitors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 deadlines and escalates overdue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completion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and supervisory approval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final closure.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tamper-evident audit trail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all accepted, rejected, and escalated actions.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only as a read-only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advisory assistant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without allowing it to make or modify institutional decisions.</a:t>
            </a:r>
          </a:p>
          <a:p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>
            <a:spLocks/>
          </p:cNvSpPr>
          <p:nvPr/>
        </p:nvSpPr>
        <p:spPr>
          <a:xfrm>
            <a:off x="0" y="126498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223340" y="742971"/>
            <a:ext cx="5459705" cy="95652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502210" y="-184367"/>
            <a:ext cx="1952556" cy="17888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grpSp>
        <p:nvGrpSpPr>
          <p:cNvPr id="14" name="object 7">
            <a:extLst>
              <a:ext uri="{FF2B5EF4-FFF2-40B4-BE49-F238E27FC236}">
                <a16:creationId xmlns:a16="http://schemas.microsoft.com/office/drawing/2014/main" id="{5F118782-890C-1B0B-2E7A-6C7CA8583161}"/>
              </a:ext>
            </a:extLst>
          </p:cNvPr>
          <p:cNvGrpSpPr/>
          <p:nvPr/>
        </p:nvGrpSpPr>
        <p:grpSpPr>
          <a:xfrm>
            <a:off x="255295" y="1430501"/>
            <a:ext cx="8037296" cy="8556650"/>
            <a:chOff x="190421" y="597678"/>
            <a:chExt cx="5917570" cy="5999892"/>
          </a:xfrm>
        </p:grpSpPr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E7E6000E-9467-F5E9-E1E6-02608178DCB8}"/>
                </a:ext>
              </a:extLst>
            </p:cNvPr>
            <p:cNvSpPr/>
            <p:nvPr/>
          </p:nvSpPr>
          <p:spPr>
            <a:xfrm>
              <a:off x="190421" y="1179051"/>
              <a:ext cx="5894967" cy="5418519"/>
            </a:xfrm>
            <a:custGeom>
              <a:avLst/>
              <a:gdLst/>
              <a:ahLst/>
              <a:cxnLst/>
              <a:rect l="l" t="t" r="r" b="b"/>
              <a:pathLst>
                <a:path w="8895080" h="4413885">
                  <a:moveTo>
                    <a:pt x="8794340" y="0"/>
                  </a:moveTo>
                  <a:lnTo>
                    <a:pt x="100647" y="0"/>
                  </a:lnTo>
                  <a:lnTo>
                    <a:pt x="80923" y="2281"/>
                  </a:lnTo>
                  <a:lnTo>
                    <a:pt x="44811" y="19782"/>
                  </a:lnTo>
                  <a:lnTo>
                    <a:pt x="16910" y="52428"/>
                  </a:lnTo>
                  <a:lnTo>
                    <a:pt x="1952" y="94575"/>
                  </a:lnTo>
                  <a:lnTo>
                    <a:pt x="0" y="117619"/>
                  </a:lnTo>
                  <a:lnTo>
                    <a:pt x="0" y="4296005"/>
                  </a:lnTo>
                  <a:lnTo>
                    <a:pt x="7662" y="4341009"/>
                  </a:lnTo>
                  <a:lnTo>
                    <a:pt x="29477" y="4379173"/>
                  </a:lnTo>
                  <a:lnTo>
                    <a:pt x="62136" y="4404665"/>
                  </a:lnTo>
                  <a:lnTo>
                    <a:pt x="100647" y="4413619"/>
                  </a:lnTo>
                  <a:lnTo>
                    <a:pt x="8794340" y="4413619"/>
                  </a:lnTo>
                  <a:lnTo>
                    <a:pt x="8832873" y="4404665"/>
                  </a:lnTo>
                  <a:lnTo>
                    <a:pt x="8865467" y="4379173"/>
                  </a:lnTo>
                  <a:lnTo>
                    <a:pt x="8887325" y="4341009"/>
                  </a:lnTo>
                  <a:lnTo>
                    <a:pt x="8894992" y="4296005"/>
                  </a:lnTo>
                  <a:lnTo>
                    <a:pt x="8894991" y="117619"/>
                  </a:lnTo>
                  <a:lnTo>
                    <a:pt x="8887325" y="72649"/>
                  </a:lnTo>
                  <a:lnTo>
                    <a:pt x="8865467" y="34501"/>
                  </a:lnTo>
                  <a:lnTo>
                    <a:pt x="8832873" y="8958"/>
                  </a:lnTo>
                  <a:lnTo>
                    <a:pt x="8794340" y="0"/>
                  </a:lnTo>
                  <a:close/>
                </a:path>
              </a:pathLst>
            </a:custGeom>
            <a:solidFill>
              <a:srgbClr val="DCE6F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6" name="object 9">
              <a:extLst>
                <a:ext uri="{FF2B5EF4-FFF2-40B4-BE49-F238E27FC236}">
                  <a16:creationId xmlns:a16="http://schemas.microsoft.com/office/drawing/2014/main" id="{6F44BEA5-B9FC-4A76-06DA-9F5E830DA44E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1262" y="597678"/>
              <a:ext cx="5256729" cy="521335"/>
            </a:xfrm>
            <a:prstGeom prst="rect">
              <a:avLst/>
            </a:prstGeom>
            <a:ln w="19050">
              <a:solidFill>
                <a:schemeClr val="bg1"/>
              </a:solidFill>
            </a:ln>
          </p:spPr>
        </p:pic>
      </p:grpSp>
      <p:sp>
        <p:nvSpPr>
          <p:cNvPr id="17" name="object 5">
            <a:extLst>
              <a:ext uri="{FF2B5EF4-FFF2-40B4-BE49-F238E27FC236}">
                <a16:creationId xmlns:a16="http://schemas.microsoft.com/office/drawing/2014/main" id="{7F5C7B22-66A3-506F-DDF1-163ED51A9F5F}"/>
              </a:ext>
            </a:extLst>
          </p:cNvPr>
          <p:cNvSpPr/>
          <p:nvPr/>
        </p:nvSpPr>
        <p:spPr>
          <a:xfrm>
            <a:off x="239454" y="1454508"/>
            <a:ext cx="777115" cy="740414"/>
          </a:xfrm>
          <a:custGeom>
            <a:avLst/>
            <a:gdLst/>
            <a:ahLst/>
            <a:cxnLst/>
            <a:rect l="l" t="t" r="r" b="b"/>
            <a:pathLst>
              <a:path w="608330" h="753110">
                <a:moveTo>
                  <a:pt x="310503" y="49272"/>
                </a:moveTo>
                <a:lnTo>
                  <a:pt x="297628" y="49272"/>
                </a:lnTo>
                <a:lnTo>
                  <a:pt x="292409" y="44008"/>
                </a:lnTo>
                <a:lnTo>
                  <a:pt x="292409" y="5264"/>
                </a:lnTo>
                <a:lnTo>
                  <a:pt x="297628" y="0"/>
                </a:lnTo>
                <a:lnTo>
                  <a:pt x="310503" y="0"/>
                </a:lnTo>
                <a:lnTo>
                  <a:pt x="315723" y="5264"/>
                </a:lnTo>
                <a:lnTo>
                  <a:pt x="315723" y="44008"/>
                </a:lnTo>
                <a:lnTo>
                  <a:pt x="310503" y="49272"/>
                </a:lnTo>
                <a:close/>
              </a:path>
              <a:path w="608330" h="753110">
                <a:moveTo>
                  <a:pt x="224286" y="71373"/>
                </a:moveTo>
                <a:lnTo>
                  <a:pt x="218279" y="71373"/>
                </a:lnTo>
                <a:lnTo>
                  <a:pt x="214361" y="69264"/>
                </a:lnTo>
                <a:lnTo>
                  <a:pt x="199434" y="43186"/>
                </a:lnTo>
                <a:lnTo>
                  <a:pt x="196228" y="37515"/>
                </a:lnTo>
                <a:lnTo>
                  <a:pt x="198126" y="30372"/>
                </a:lnTo>
                <a:lnTo>
                  <a:pt x="209279" y="23877"/>
                </a:lnTo>
                <a:lnTo>
                  <a:pt x="216400" y="25804"/>
                </a:lnTo>
                <a:lnTo>
                  <a:pt x="235611" y="59358"/>
                </a:lnTo>
                <a:lnTo>
                  <a:pt x="233701" y="66548"/>
                </a:lnTo>
                <a:lnTo>
                  <a:pt x="226293" y="70864"/>
                </a:lnTo>
                <a:lnTo>
                  <a:pt x="224286" y="71373"/>
                </a:lnTo>
                <a:close/>
              </a:path>
              <a:path w="608330" h="753110">
                <a:moveTo>
                  <a:pt x="389852" y="71373"/>
                </a:moveTo>
                <a:lnTo>
                  <a:pt x="383845" y="71373"/>
                </a:lnTo>
                <a:lnTo>
                  <a:pt x="381840" y="70864"/>
                </a:lnTo>
                <a:lnTo>
                  <a:pt x="374431" y="66548"/>
                </a:lnTo>
                <a:lnTo>
                  <a:pt x="372521" y="59358"/>
                </a:lnTo>
                <a:lnTo>
                  <a:pt x="391727" y="25804"/>
                </a:lnTo>
                <a:lnTo>
                  <a:pt x="398856" y="23877"/>
                </a:lnTo>
                <a:lnTo>
                  <a:pt x="410006" y="30372"/>
                </a:lnTo>
                <a:lnTo>
                  <a:pt x="411904" y="37515"/>
                </a:lnTo>
                <a:lnTo>
                  <a:pt x="408698" y="43186"/>
                </a:lnTo>
                <a:lnTo>
                  <a:pt x="393770" y="69264"/>
                </a:lnTo>
                <a:lnTo>
                  <a:pt x="389852" y="71373"/>
                </a:lnTo>
                <a:close/>
              </a:path>
              <a:path w="608330" h="753110">
                <a:moveTo>
                  <a:pt x="316086" y="448823"/>
                </a:moveTo>
                <a:lnTo>
                  <a:pt x="293222" y="448823"/>
                </a:lnTo>
                <a:lnTo>
                  <a:pt x="281839" y="446499"/>
                </a:lnTo>
                <a:lnTo>
                  <a:pt x="272533" y="440165"/>
                </a:lnTo>
                <a:lnTo>
                  <a:pt x="266253" y="430779"/>
                </a:lnTo>
                <a:lnTo>
                  <a:pt x="263949" y="419297"/>
                </a:lnTo>
                <a:lnTo>
                  <a:pt x="263949" y="411025"/>
                </a:lnTo>
                <a:lnTo>
                  <a:pt x="256656" y="406614"/>
                </a:lnTo>
                <a:lnTo>
                  <a:pt x="250943" y="400327"/>
                </a:lnTo>
                <a:lnTo>
                  <a:pt x="247215" y="392571"/>
                </a:lnTo>
                <a:lnTo>
                  <a:pt x="245882" y="383756"/>
                </a:lnTo>
                <a:lnTo>
                  <a:pt x="245882" y="375536"/>
                </a:lnTo>
                <a:lnTo>
                  <a:pt x="238537" y="371140"/>
                </a:lnTo>
                <a:lnTo>
                  <a:pt x="232779" y="364845"/>
                </a:lnTo>
                <a:lnTo>
                  <a:pt x="229020" y="357066"/>
                </a:lnTo>
                <a:lnTo>
                  <a:pt x="227676" y="348216"/>
                </a:lnTo>
                <a:lnTo>
                  <a:pt x="227673" y="330831"/>
                </a:lnTo>
                <a:lnTo>
                  <a:pt x="224246" y="301631"/>
                </a:lnTo>
                <a:lnTo>
                  <a:pt x="218500" y="279761"/>
                </a:lnTo>
                <a:lnTo>
                  <a:pt x="211251" y="262857"/>
                </a:lnTo>
                <a:lnTo>
                  <a:pt x="203317" y="248553"/>
                </a:lnTo>
                <a:lnTo>
                  <a:pt x="196106" y="235630"/>
                </a:lnTo>
                <a:lnTo>
                  <a:pt x="190040" y="221799"/>
                </a:lnTo>
                <a:lnTo>
                  <a:pt x="189929" y="221547"/>
                </a:lnTo>
                <a:lnTo>
                  <a:pt x="185616" y="204786"/>
                </a:lnTo>
                <a:lnTo>
                  <a:pt x="184057" y="184632"/>
                </a:lnTo>
                <a:lnTo>
                  <a:pt x="183995" y="183827"/>
                </a:lnTo>
                <a:lnTo>
                  <a:pt x="193445" y="136733"/>
                </a:lnTo>
                <a:lnTo>
                  <a:pt x="219202" y="98233"/>
                </a:lnTo>
                <a:lnTo>
                  <a:pt x="257373" y="72254"/>
                </a:lnTo>
                <a:lnTo>
                  <a:pt x="304064" y="62722"/>
                </a:lnTo>
                <a:lnTo>
                  <a:pt x="350757" y="72254"/>
                </a:lnTo>
                <a:lnTo>
                  <a:pt x="371300" y="86236"/>
                </a:lnTo>
                <a:lnTo>
                  <a:pt x="304066" y="86236"/>
                </a:lnTo>
                <a:lnTo>
                  <a:pt x="266440" y="93917"/>
                </a:lnTo>
                <a:lnTo>
                  <a:pt x="235681" y="114852"/>
                </a:lnTo>
                <a:lnTo>
                  <a:pt x="214925" y="145876"/>
                </a:lnTo>
                <a:lnTo>
                  <a:pt x="207310" y="183827"/>
                </a:lnTo>
                <a:lnTo>
                  <a:pt x="208399" y="198284"/>
                </a:lnTo>
                <a:lnTo>
                  <a:pt x="208459" y="199085"/>
                </a:lnTo>
                <a:lnTo>
                  <a:pt x="208563" y="200464"/>
                </a:lnTo>
                <a:lnTo>
                  <a:pt x="211995" y="213815"/>
                </a:lnTo>
                <a:lnTo>
                  <a:pt x="217118" y="225385"/>
                </a:lnTo>
                <a:lnTo>
                  <a:pt x="231294" y="250775"/>
                </a:lnTo>
                <a:lnTo>
                  <a:pt x="239016" y="268027"/>
                </a:lnTo>
                <a:lnTo>
                  <a:pt x="245621" y="290107"/>
                </a:lnTo>
                <a:lnTo>
                  <a:pt x="250119" y="318689"/>
                </a:lnTo>
                <a:lnTo>
                  <a:pt x="381880" y="318689"/>
                </a:lnTo>
                <a:lnTo>
                  <a:pt x="380455" y="330831"/>
                </a:lnTo>
                <a:lnTo>
                  <a:pt x="380455" y="342204"/>
                </a:lnTo>
                <a:lnTo>
                  <a:pt x="250989" y="342204"/>
                </a:lnTo>
                <a:lnTo>
                  <a:pt x="250989" y="351478"/>
                </a:lnTo>
                <a:lnTo>
                  <a:pt x="253719" y="354230"/>
                </a:lnTo>
                <a:lnTo>
                  <a:pt x="379574" y="354230"/>
                </a:lnTo>
                <a:lnTo>
                  <a:pt x="379205" y="356751"/>
                </a:lnTo>
                <a:lnTo>
                  <a:pt x="375703" y="364304"/>
                </a:lnTo>
                <a:lnTo>
                  <a:pt x="370320" y="370509"/>
                </a:lnTo>
                <a:lnTo>
                  <a:pt x="363425" y="375003"/>
                </a:lnTo>
                <a:lnTo>
                  <a:pt x="363425" y="377744"/>
                </a:lnTo>
                <a:lnTo>
                  <a:pt x="269196" y="377744"/>
                </a:lnTo>
                <a:lnTo>
                  <a:pt x="269196" y="387016"/>
                </a:lnTo>
                <a:lnTo>
                  <a:pt x="271927" y="389769"/>
                </a:lnTo>
                <a:lnTo>
                  <a:pt x="362516" y="389769"/>
                </a:lnTo>
                <a:lnTo>
                  <a:pt x="362093" y="392571"/>
                </a:lnTo>
                <a:lnTo>
                  <a:pt x="358366" y="400327"/>
                </a:lnTo>
                <a:lnTo>
                  <a:pt x="352653" y="406614"/>
                </a:lnTo>
                <a:lnTo>
                  <a:pt x="345361" y="411025"/>
                </a:lnTo>
                <a:lnTo>
                  <a:pt x="345359" y="413283"/>
                </a:lnTo>
                <a:lnTo>
                  <a:pt x="287264" y="413283"/>
                </a:lnTo>
                <a:lnTo>
                  <a:pt x="287264" y="422556"/>
                </a:lnTo>
                <a:lnTo>
                  <a:pt x="289993" y="425308"/>
                </a:lnTo>
                <a:lnTo>
                  <a:pt x="344153" y="425308"/>
                </a:lnTo>
                <a:lnTo>
                  <a:pt x="343055" y="430779"/>
                </a:lnTo>
                <a:lnTo>
                  <a:pt x="336775" y="440165"/>
                </a:lnTo>
                <a:lnTo>
                  <a:pt x="327469" y="446499"/>
                </a:lnTo>
                <a:lnTo>
                  <a:pt x="316086" y="448823"/>
                </a:lnTo>
                <a:close/>
              </a:path>
              <a:path w="608330" h="753110">
                <a:moveTo>
                  <a:pt x="381880" y="318689"/>
                </a:moveTo>
                <a:lnTo>
                  <a:pt x="358012" y="318689"/>
                </a:lnTo>
                <a:lnTo>
                  <a:pt x="362511" y="290107"/>
                </a:lnTo>
                <a:lnTo>
                  <a:pt x="369116" y="268027"/>
                </a:lnTo>
                <a:lnTo>
                  <a:pt x="376839" y="250775"/>
                </a:lnTo>
                <a:lnTo>
                  <a:pt x="391015" y="225385"/>
                </a:lnTo>
                <a:lnTo>
                  <a:pt x="396137" y="213815"/>
                </a:lnTo>
                <a:lnTo>
                  <a:pt x="399570" y="200464"/>
                </a:lnTo>
                <a:lnTo>
                  <a:pt x="400763" y="184632"/>
                </a:lnTo>
                <a:lnTo>
                  <a:pt x="400824" y="183827"/>
                </a:lnTo>
                <a:lnTo>
                  <a:pt x="393208" y="145876"/>
                </a:lnTo>
                <a:lnTo>
                  <a:pt x="372452" y="114852"/>
                </a:lnTo>
                <a:lnTo>
                  <a:pt x="341692" y="93917"/>
                </a:lnTo>
                <a:lnTo>
                  <a:pt x="304066" y="86236"/>
                </a:lnTo>
                <a:lnTo>
                  <a:pt x="371300" y="86236"/>
                </a:lnTo>
                <a:lnTo>
                  <a:pt x="388928" y="98233"/>
                </a:lnTo>
                <a:lnTo>
                  <a:pt x="414685" y="136733"/>
                </a:lnTo>
                <a:lnTo>
                  <a:pt x="424135" y="183827"/>
                </a:lnTo>
                <a:lnTo>
                  <a:pt x="422514" y="204786"/>
                </a:lnTo>
                <a:lnTo>
                  <a:pt x="418200" y="221547"/>
                </a:lnTo>
                <a:lnTo>
                  <a:pt x="412024" y="235630"/>
                </a:lnTo>
                <a:lnTo>
                  <a:pt x="404812" y="248553"/>
                </a:lnTo>
                <a:lnTo>
                  <a:pt x="396879" y="262857"/>
                </a:lnTo>
                <a:lnTo>
                  <a:pt x="389630" y="279761"/>
                </a:lnTo>
                <a:lnTo>
                  <a:pt x="383883" y="301631"/>
                </a:lnTo>
                <a:lnTo>
                  <a:pt x="381880" y="318689"/>
                </a:lnTo>
                <a:close/>
              </a:path>
              <a:path w="608330" h="753110">
                <a:moveTo>
                  <a:pt x="347982" y="221799"/>
                </a:moveTo>
                <a:lnTo>
                  <a:pt x="260152" y="221799"/>
                </a:lnTo>
                <a:lnTo>
                  <a:pt x="245822" y="218874"/>
                </a:lnTo>
                <a:lnTo>
                  <a:pt x="234107" y="210901"/>
                </a:lnTo>
                <a:lnTo>
                  <a:pt x="226202" y="199085"/>
                </a:lnTo>
                <a:lnTo>
                  <a:pt x="223301" y="184632"/>
                </a:lnTo>
                <a:lnTo>
                  <a:pt x="226202" y="170179"/>
                </a:lnTo>
                <a:lnTo>
                  <a:pt x="234107" y="158363"/>
                </a:lnTo>
                <a:lnTo>
                  <a:pt x="245822" y="150390"/>
                </a:lnTo>
                <a:lnTo>
                  <a:pt x="260152" y="147464"/>
                </a:lnTo>
                <a:lnTo>
                  <a:pt x="274482" y="150390"/>
                </a:lnTo>
                <a:lnTo>
                  <a:pt x="286197" y="158363"/>
                </a:lnTo>
                <a:lnTo>
                  <a:pt x="294101" y="170179"/>
                </a:lnTo>
                <a:lnTo>
                  <a:pt x="294262" y="170979"/>
                </a:lnTo>
                <a:lnTo>
                  <a:pt x="252685" y="170979"/>
                </a:lnTo>
                <a:lnTo>
                  <a:pt x="246614" y="177103"/>
                </a:lnTo>
                <a:lnTo>
                  <a:pt x="246614" y="192160"/>
                </a:lnTo>
                <a:lnTo>
                  <a:pt x="252685" y="198284"/>
                </a:lnTo>
                <a:lnTo>
                  <a:pt x="382092" y="198284"/>
                </a:lnTo>
                <a:lnTo>
                  <a:pt x="381931" y="199085"/>
                </a:lnTo>
                <a:lnTo>
                  <a:pt x="374026" y="210901"/>
                </a:lnTo>
                <a:lnTo>
                  <a:pt x="362312" y="218874"/>
                </a:lnTo>
                <a:lnTo>
                  <a:pt x="347982" y="221799"/>
                </a:lnTo>
                <a:close/>
              </a:path>
              <a:path w="608330" h="753110">
                <a:moveTo>
                  <a:pt x="334445" y="198284"/>
                </a:moveTo>
                <a:lnTo>
                  <a:pt x="311131" y="198284"/>
                </a:lnTo>
                <a:lnTo>
                  <a:pt x="311131" y="184632"/>
                </a:lnTo>
                <a:lnTo>
                  <a:pt x="314032" y="170179"/>
                </a:lnTo>
                <a:lnTo>
                  <a:pt x="321937" y="158363"/>
                </a:lnTo>
                <a:lnTo>
                  <a:pt x="333652" y="150390"/>
                </a:lnTo>
                <a:lnTo>
                  <a:pt x="347982" y="147464"/>
                </a:lnTo>
                <a:lnTo>
                  <a:pt x="362312" y="150390"/>
                </a:lnTo>
                <a:lnTo>
                  <a:pt x="374026" y="158363"/>
                </a:lnTo>
                <a:lnTo>
                  <a:pt x="381931" y="170179"/>
                </a:lnTo>
                <a:lnTo>
                  <a:pt x="382092" y="170979"/>
                </a:lnTo>
                <a:lnTo>
                  <a:pt x="340517" y="170979"/>
                </a:lnTo>
                <a:lnTo>
                  <a:pt x="334445" y="177103"/>
                </a:lnTo>
                <a:lnTo>
                  <a:pt x="334445" y="198284"/>
                </a:lnTo>
                <a:close/>
              </a:path>
              <a:path w="608330" h="753110">
                <a:moveTo>
                  <a:pt x="297002" y="198284"/>
                </a:moveTo>
                <a:lnTo>
                  <a:pt x="273687" y="198284"/>
                </a:lnTo>
                <a:lnTo>
                  <a:pt x="273687" y="177103"/>
                </a:lnTo>
                <a:lnTo>
                  <a:pt x="267614" y="170979"/>
                </a:lnTo>
                <a:lnTo>
                  <a:pt x="294262" y="170979"/>
                </a:lnTo>
                <a:lnTo>
                  <a:pt x="297002" y="184632"/>
                </a:lnTo>
                <a:lnTo>
                  <a:pt x="297002" y="198284"/>
                </a:lnTo>
                <a:close/>
              </a:path>
              <a:path w="608330" h="753110">
                <a:moveTo>
                  <a:pt x="382092" y="198284"/>
                </a:moveTo>
                <a:lnTo>
                  <a:pt x="355446" y="198284"/>
                </a:lnTo>
                <a:lnTo>
                  <a:pt x="361518" y="192160"/>
                </a:lnTo>
                <a:lnTo>
                  <a:pt x="361518" y="177103"/>
                </a:lnTo>
                <a:lnTo>
                  <a:pt x="355445" y="170979"/>
                </a:lnTo>
                <a:lnTo>
                  <a:pt x="382092" y="170979"/>
                </a:lnTo>
                <a:lnTo>
                  <a:pt x="384832" y="184632"/>
                </a:lnTo>
                <a:lnTo>
                  <a:pt x="382092" y="198284"/>
                </a:lnTo>
                <a:close/>
              </a:path>
              <a:path w="608330" h="753110">
                <a:moveTo>
                  <a:pt x="297002" y="318689"/>
                </a:moveTo>
                <a:lnTo>
                  <a:pt x="273688" y="318689"/>
                </a:lnTo>
                <a:lnTo>
                  <a:pt x="273688" y="221799"/>
                </a:lnTo>
                <a:lnTo>
                  <a:pt x="297002" y="221799"/>
                </a:lnTo>
                <a:lnTo>
                  <a:pt x="297002" y="318689"/>
                </a:lnTo>
                <a:close/>
              </a:path>
              <a:path w="608330" h="753110">
                <a:moveTo>
                  <a:pt x="334445" y="318689"/>
                </a:moveTo>
                <a:lnTo>
                  <a:pt x="311131" y="318689"/>
                </a:lnTo>
                <a:lnTo>
                  <a:pt x="311131" y="221799"/>
                </a:lnTo>
                <a:lnTo>
                  <a:pt x="334445" y="221799"/>
                </a:lnTo>
                <a:lnTo>
                  <a:pt x="334445" y="318689"/>
                </a:lnTo>
                <a:close/>
              </a:path>
              <a:path w="608330" h="753110">
                <a:moveTo>
                  <a:pt x="379574" y="354230"/>
                </a:moveTo>
                <a:lnTo>
                  <a:pt x="354413" y="354230"/>
                </a:lnTo>
                <a:lnTo>
                  <a:pt x="357142" y="351478"/>
                </a:lnTo>
                <a:lnTo>
                  <a:pt x="357142" y="342204"/>
                </a:lnTo>
                <a:lnTo>
                  <a:pt x="380455" y="342204"/>
                </a:lnTo>
                <a:lnTo>
                  <a:pt x="380455" y="348216"/>
                </a:lnTo>
                <a:lnTo>
                  <a:pt x="379574" y="354230"/>
                </a:lnTo>
                <a:close/>
              </a:path>
              <a:path w="608330" h="753110">
                <a:moveTo>
                  <a:pt x="362516" y="389769"/>
                </a:moveTo>
                <a:lnTo>
                  <a:pt x="337384" y="389769"/>
                </a:lnTo>
                <a:lnTo>
                  <a:pt x="340113" y="387016"/>
                </a:lnTo>
                <a:lnTo>
                  <a:pt x="340113" y="377744"/>
                </a:lnTo>
                <a:lnTo>
                  <a:pt x="363425" y="377744"/>
                </a:lnTo>
                <a:lnTo>
                  <a:pt x="363425" y="383756"/>
                </a:lnTo>
                <a:lnTo>
                  <a:pt x="362516" y="389769"/>
                </a:lnTo>
                <a:close/>
              </a:path>
              <a:path w="608330" h="753110">
                <a:moveTo>
                  <a:pt x="344153" y="425308"/>
                </a:moveTo>
                <a:lnTo>
                  <a:pt x="319317" y="425308"/>
                </a:lnTo>
                <a:lnTo>
                  <a:pt x="322047" y="422556"/>
                </a:lnTo>
                <a:lnTo>
                  <a:pt x="322048" y="413283"/>
                </a:lnTo>
                <a:lnTo>
                  <a:pt x="345359" y="413283"/>
                </a:lnTo>
                <a:lnTo>
                  <a:pt x="345359" y="419297"/>
                </a:lnTo>
                <a:lnTo>
                  <a:pt x="344153" y="425308"/>
                </a:lnTo>
                <a:close/>
              </a:path>
              <a:path w="608330" h="753110">
                <a:moveTo>
                  <a:pt x="166455" y="131747"/>
                </a:moveTo>
                <a:lnTo>
                  <a:pt x="160449" y="131747"/>
                </a:lnTo>
                <a:lnTo>
                  <a:pt x="158446" y="131239"/>
                </a:lnTo>
                <a:lnTo>
                  <a:pt x="128919" y="114045"/>
                </a:lnTo>
                <a:lnTo>
                  <a:pt x="127009" y="106854"/>
                </a:lnTo>
                <a:lnTo>
                  <a:pt x="133446" y="95606"/>
                </a:lnTo>
                <a:lnTo>
                  <a:pt x="140573" y="93680"/>
                </a:lnTo>
                <a:lnTo>
                  <a:pt x="173841" y="113053"/>
                </a:lnTo>
                <a:lnTo>
                  <a:pt x="175752" y="120244"/>
                </a:lnTo>
                <a:lnTo>
                  <a:pt x="170374" y="129638"/>
                </a:lnTo>
                <a:lnTo>
                  <a:pt x="166455" y="131747"/>
                </a:lnTo>
                <a:close/>
              </a:path>
              <a:path w="608330" h="753110">
                <a:moveTo>
                  <a:pt x="447683" y="131749"/>
                </a:moveTo>
                <a:lnTo>
                  <a:pt x="441675" y="131749"/>
                </a:lnTo>
                <a:lnTo>
                  <a:pt x="437757" y="129640"/>
                </a:lnTo>
                <a:lnTo>
                  <a:pt x="432380" y="120246"/>
                </a:lnTo>
                <a:lnTo>
                  <a:pt x="434290" y="113055"/>
                </a:lnTo>
                <a:lnTo>
                  <a:pt x="467558" y="93683"/>
                </a:lnTo>
                <a:lnTo>
                  <a:pt x="474686" y="95608"/>
                </a:lnTo>
                <a:lnTo>
                  <a:pt x="481125" y="106854"/>
                </a:lnTo>
                <a:lnTo>
                  <a:pt x="479214" y="114045"/>
                </a:lnTo>
                <a:lnTo>
                  <a:pt x="449688" y="131242"/>
                </a:lnTo>
                <a:lnTo>
                  <a:pt x="447683" y="131749"/>
                </a:lnTo>
                <a:close/>
              </a:path>
              <a:path w="608330" h="753110">
                <a:moveTo>
                  <a:pt x="134461" y="539550"/>
                </a:moveTo>
                <a:lnTo>
                  <a:pt x="87960" y="539550"/>
                </a:lnTo>
                <a:lnTo>
                  <a:pt x="168235" y="492639"/>
                </a:lnTo>
                <a:lnTo>
                  <a:pt x="185229" y="483675"/>
                </a:lnTo>
                <a:lnTo>
                  <a:pt x="203735" y="476970"/>
                </a:lnTo>
                <a:lnTo>
                  <a:pt x="223621" y="474407"/>
                </a:lnTo>
                <a:lnTo>
                  <a:pt x="244753" y="477871"/>
                </a:lnTo>
                <a:lnTo>
                  <a:pt x="250253" y="479723"/>
                </a:lnTo>
                <a:lnTo>
                  <a:pt x="256141" y="481792"/>
                </a:lnTo>
                <a:lnTo>
                  <a:pt x="288669" y="493529"/>
                </a:lnTo>
                <a:lnTo>
                  <a:pt x="301880" y="497962"/>
                </a:lnTo>
                <a:lnTo>
                  <a:pt x="222572" y="497962"/>
                </a:lnTo>
                <a:lnTo>
                  <a:pt x="207926" y="500187"/>
                </a:lnTo>
                <a:lnTo>
                  <a:pt x="193687" y="505623"/>
                </a:lnTo>
                <a:lnTo>
                  <a:pt x="180156" y="512859"/>
                </a:lnTo>
                <a:lnTo>
                  <a:pt x="134461" y="539550"/>
                </a:lnTo>
                <a:close/>
              </a:path>
              <a:path w="608330" h="753110">
                <a:moveTo>
                  <a:pt x="433956" y="574159"/>
                </a:moveTo>
                <a:lnTo>
                  <a:pt x="384771" y="574159"/>
                </a:lnTo>
                <a:lnTo>
                  <a:pt x="388966" y="572824"/>
                </a:lnTo>
                <a:lnTo>
                  <a:pt x="392014" y="571447"/>
                </a:lnTo>
                <a:lnTo>
                  <a:pt x="393187" y="570897"/>
                </a:lnTo>
                <a:lnTo>
                  <a:pt x="507350" y="503830"/>
                </a:lnTo>
                <a:lnTo>
                  <a:pt x="548293" y="486935"/>
                </a:lnTo>
                <a:lnTo>
                  <a:pt x="576391" y="487192"/>
                </a:lnTo>
                <a:lnTo>
                  <a:pt x="593609" y="496394"/>
                </a:lnTo>
                <a:lnTo>
                  <a:pt x="601910" y="506333"/>
                </a:lnTo>
                <a:lnTo>
                  <a:pt x="602871" y="509082"/>
                </a:lnTo>
                <a:lnTo>
                  <a:pt x="558804" y="509082"/>
                </a:lnTo>
                <a:lnTo>
                  <a:pt x="540662" y="513598"/>
                </a:lnTo>
                <a:lnTo>
                  <a:pt x="519084" y="524149"/>
                </a:lnTo>
                <a:lnTo>
                  <a:pt x="433956" y="574159"/>
                </a:lnTo>
                <a:close/>
              </a:path>
              <a:path w="608330" h="753110">
                <a:moveTo>
                  <a:pt x="384973" y="573736"/>
                </a:moveTo>
                <a:lnTo>
                  <a:pt x="344074" y="573736"/>
                </a:lnTo>
                <a:lnTo>
                  <a:pt x="350477" y="573452"/>
                </a:lnTo>
                <a:lnTo>
                  <a:pt x="356630" y="571447"/>
                </a:lnTo>
                <a:lnTo>
                  <a:pt x="361033" y="567729"/>
                </a:lnTo>
                <a:lnTo>
                  <a:pt x="361862" y="566974"/>
                </a:lnTo>
                <a:lnTo>
                  <a:pt x="365324" y="559660"/>
                </a:lnTo>
                <a:lnTo>
                  <a:pt x="365759" y="552637"/>
                </a:lnTo>
                <a:lnTo>
                  <a:pt x="365787" y="552192"/>
                </a:lnTo>
                <a:lnTo>
                  <a:pt x="363412" y="545282"/>
                </a:lnTo>
                <a:lnTo>
                  <a:pt x="358568" y="539550"/>
                </a:lnTo>
                <a:lnTo>
                  <a:pt x="351620" y="535617"/>
                </a:lnTo>
                <a:lnTo>
                  <a:pt x="327060" y="530106"/>
                </a:lnTo>
                <a:lnTo>
                  <a:pt x="303346" y="523232"/>
                </a:lnTo>
                <a:lnTo>
                  <a:pt x="281226" y="515815"/>
                </a:lnTo>
                <a:lnTo>
                  <a:pt x="244237" y="502421"/>
                </a:lnTo>
                <a:lnTo>
                  <a:pt x="237407" y="500187"/>
                </a:lnTo>
                <a:lnTo>
                  <a:pt x="237230" y="500187"/>
                </a:lnTo>
                <a:lnTo>
                  <a:pt x="222572" y="497962"/>
                </a:lnTo>
                <a:lnTo>
                  <a:pt x="301880" y="497962"/>
                </a:lnTo>
                <a:lnTo>
                  <a:pt x="310285" y="500782"/>
                </a:lnTo>
                <a:lnTo>
                  <a:pt x="333115" y="507396"/>
                </a:lnTo>
                <a:lnTo>
                  <a:pt x="356616" y="512634"/>
                </a:lnTo>
                <a:lnTo>
                  <a:pt x="356757" y="512634"/>
                </a:lnTo>
                <a:lnTo>
                  <a:pt x="357644" y="512859"/>
                </a:lnTo>
                <a:lnTo>
                  <a:pt x="357848" y="512859"/>
                </a:lnTo>
                <a:lnTo>
                  <a:pt x="373125" y="521249"/>
                </a:lnTo>
                <a:lnTo>
                  <a:pt x="383660" y="533827"/>
                </a:lnTo>
                <a:lnTo>
                  <a:pt x="388861" y="549183"/>
                </a:lnTo>
                <a:lnTo>
                  <a:pt x="388521" y="554717"/>
                </a:lnTo>
                <a:lnTo>
                  <a:pt x="388401" y="556670"/>
                </a:lnTo>
                <a:lnTo>
                  <a:pt x="388292" y="558451"/>
                </a:lnTo>
                <a:lnTo>
                  <a:pt x="388178" y="560303"/>
                </a:lnTo>
                <a:lnTo>
                  <a:pt x="388093" y="561694"/>
                </a:lnTo>
                <a:lnTo>
                  <a:pt x="388008" y="563075"/>
                </a:lnTo>
                <a:lnTo>
                  <a:pt x="387932" y="564315"/>
                </a:lnTo>
                <a:lnTo>
                  <a:pt x="387844" y="565748"/>
                </a:lnTo>
                <a:lnTo>
                  <a:pt x="387048" y="568743"/>
                </a:lnTo>
                <a:lnTo>
                  <a:pt x="386056" y="571447"/>
                </a:lnTo>
                <a:lnTo>
                  <a:pt x="384973" y="573736"/>
                </a:lnTo>
                <a:close/>
              </a:path>
              <a:path w="608330" h="753110">
                <a:moveTo>
                  <a:pt x="406130" y="682482"/>
                </a:moveTo>
                <a:lnTo>
                  <a:pt x="339752" y="682482"/>
                </a:lnTo>
                <a:lnTo>
                  <a:pt x="352588" y="682055"/>
                </a:lnTo>
                <a:lnTo>
                  <a:pt x="364947" y="678922"/>
                </a:lnTo>
                <a:lnTo>
                  <a:pt x="576919" y="548792"/>
                </a:lnTo>
                <a:lnTo>
                  <a:pt x="584774" y="526599"/>
                </a:lnTo>
                <a:lnTo>
                  <a:pt x="581908" y="518415"/>
                </a:lnTo>
                <a:lnTo>
                  <a:pt x="572791" y="510665"/>
                </a:lnTo>
                <a:lnTo>
                  <a:pt x="558804" y="509082"/>
                </a:lnTo>
                <a:lnTo>
                  <a:pt x="602871" y="509082"/>
                </a:lnTo>
                <a:lnTo>
                  <a:pt x="607822" y="523232"/>
                </a:lnTo>
                <a:lnTo>
                  <a:pt x="607726" y="526599"/>
                </a:lnTo>
                <a:lnTo>
                  <a:pt x="607627" y="530106"/>
                </a:lnTo>
                <a:lnTo>
                  <a:pt x="607522" y="533827"/>
                </a:lnTo>
                <a:lnTo>
                  <a:pt x="589217" y="568743"/>
                </a:lnTo>
                <a:lnTo>
                  <a:pt x="406130" y="682482"/>
                </a:lnTo>
                <a:close/>
              </a:path>
              <a:path w="608330" h="753110">
                <a:moveTo>
                  <a:pt x="123287" y="752482"/>
                </a:moveTo>
                <a:lnTo>
                  <a:pt x="118636" y="752482"/>
                </a:lnTo>
                <a:lnTo>
                  <a:pt x="111451" y="751537"/>
                </a:lnTo>
                <a:lnTo>
                  <a:pt x="3455" y="576287"/>
                </a:lnTo>
                <a:lnTo>
                  <a:pt x="0" y="565748"/>
                </a:lnTo>
                <a:lnTo>
                  <a:pt x="98" y="563075"/>
                </a:lnTo>
                <a:lnTo>
                  <a:pt x="751" y="554717"/>
                </a:lnTo>
                <a:lnTo>
                  <a:pt x="5411" y="545282"/>
                </a:lnTo>
                <a:lnTo>
                  <a:pt x="5521" y="545060"/>
                </a:lnTo>
                <a:lnTo>
                  <a:pt x="13880" y="537745"/>
                </a:lnTo>
                <a:lnTo>
                  <a:pt x="51289" y="516389"/>
                </a:lnTo>
                <a:lnTo>
                  <a:pt x="58812" y="515458"/>
                </a:lnTo>
                <a:lnTo>
                  <a:pt x="73199" y="519484"/>
                </a:lnTo>
                <a:lnTo>
                  <a:pt x="79131" y="524149"/>
                </a:lnTo>
                <a:lnTo>
                  <a:pt x="80532" y="526599"/>
                </a:lnTo>
                <a:lnTo>
                  <a:pt x="87799" y="539550"/>
                </a:lnTo>
                <a:lnTo>
                  <a:pt x="134461" y="539550"/>
                </a:lnTo>
                <a:lnTo>
                  <a:pt x="133530" y="540095"/>
                </a:lnTo>
                <a:lnTo>
                  <a:pt x="57094" y="540095"/>
                </a:lnTo>
                <a:lnTo>
                  <a:pt x="23949" y="559014"/>
                </a:lnTo>
                <a:lnTo>
                  <a:pt x="23506" y="560085"/>
                </a:lnTo>
                <a:lnTo>
                  <a:pt x="23416" y="560303"/>
                </a:lnTo>
                <a:lnTo>
                  <a:pt x="23034" y="561694"/>
                </a:lnTo>
                <a:lnTo>
                  <a:pt x="22833" y="563075"/>
                </a:lnTo>
                <a:lnTo>
                  <a:pt x="115827" y="728809"/>
                </a:lnTo>
                <a:lnTo>
                  <a:pt x="118686" y="729604"/>
                </a:lnTo>
                <a:lnTo>
                  <a:pt x="165067" y="729604"/>
                </a:lnTo>
                <a:lnTo>
                  <a:pt x="163272" y="731175"/>
                </a:lnTo>
                <a:lnTo>
                  <a:pt x="127999" y="751309"/>
                </a:lnTo>
                <a:lnTo>
                  <a:pt x="123287" y="752482"/>
                </a:lnTo>
                <a:close/>
              </a:path>
              <a:path w="608330" h="753110">
                <a:moveTo>
                  <a:pt x="165067" y="729604"/>
                </a:moveTo>
                <a:lnTo>
                  <a:pt x="118686" y="729604"/>
                </a:lnTo>
                <a:lnTo>
                  <a:pt x="153949" y="709475"/>
                </a:lnTo>
                <a:lnTo>
                  <a:pt x="154742" y="706592"/>
                </a:lnTo>
                <a:lnTo>
                  <a:pt x="61749" y="540862"/>
                </a:lnTo>
                <a:lnTo>
                  <a:pt x="60471" y="540325"/>
                </a:lnTo>
                <a:lnTo>
                  <a:pt x="59645" y="540095"/>
                </a:lnTo>
                <a:lnTo>
                  <a:pt x="133530" y="540095"/>
                </a:lnTo>
                <a:lnTo>
                  <a:pt x="99322" y="560085"/>
                </a:lnTo>
                <a:lnTo>
                  <a:pt x="152042" y="654039"/>
                </a:lnTo>
                <a:lnTo>
                  <a:pt x="229696" y="654039"/>
                </a:lnTo>
                <a:lnTo>
                  <a:pt x="270036" y="664941"/>
                </a:lnTo>
                <a:lnTo>
                  <a:pt x="179948" y="664941"/>
                </a:lnTo>
                <a:lnTo>
                  <a:pt x="163524" y="674506"/>
                </a:lnTo>
                <a:lnTo>
                  <a:pt x="173808" y="692832"/>
                </a:lnTo>
                <a:lnTo>
                  <a:pt x="177240" y="703445"/>
                </a:lnTo>
                <a:lnTo>
                  <a:pt x="176400" y="714202"/>
                </a:lnTo>
                <a:lnTo>
                  <a:pt x="171630" y="723860"/>
                </a:lnTo>
                <a:lnTo>
                  <a:pt x="165067" y="729604"/>
                </a:lnTo>
                <a:close/>
              </a:path>
              <a:path w="608330" h="753110">
                <a:moveTo>
                  <a:pt x="367219" y="600302"/>
                </a:moveTo>
                <a:lnTo>
                  <a:pt x="322918" y="593161"/>
                </a:lnTo>
                <a:lnTo>
                  <a:pt x="271924" y="579140"/>
                </a:lnTo>
                <a:lnTo>
                  <a:pt x="257889" y="575345"/>
                </a:lnTo>
                <a:lnTo>
                  <a:pt x="254109" y="568743"/>
                </a:lnTo>
                <a:lnTo>
                  <a:pt x="254239" y="568743"/>
                </a:lnTo>
                <a:lnTo>
                  <a:pt x="257361" y="556993"/>
                </a:lnTo>
                <a:lnTo>
                  <a:pt x="257447" y="556670"/>
                </a:lnTo>
                <a:lnTo>
                  <a:pt x="257530" y="556355"/>
                </a:lnTo>
                <a:lnTo>
                  <a:pt x="263918" y="552637"/>
                </a:lnTo>
                <a:lnTo>
                  <a:pt x="278823" y="556670"/>
                </a:lnTo>
                <a:lnTo>
                  <a:pt x="305636" y="564315"/>
                </a:lnTo>
                <a:lnTo>
                  <a:pt x="318182" y="567729"/>
                </a:lnTo>
                <a:lnTo>
                  <a:pt x="330915" y="570897"/>
                </a:lnTo>
                <a:lnTo>
                  <a:pt x="344074" y="573736"/>
                </a:lnTo>
                <a:lnTo>
                  <a:pt x="384973" y="573736"/>
                </a:lnTo>
                <a:lnTo>
                  <a:pt x="384771" y="574159"/>
                </a:lnTo>
                <a:lnTo>
                  <a:pt x="433956" y="574159"/>
                </a:lnTo>
                <a:lnTo>
                  <a:pt x="408801" y="588936"/>
                </a:lnTo>
                <a:lnTo>
                  <a:pt x="395556" y="595278"/>
                </a:lnTo>
                <a:lnTo>
                  <a:pt x="381865" y="599023"/>
                </a:lnTo>
                <a:lnTo>
                  <a:pt x="382168" y="599023"/>
                </a:lnTo>
                <a:lnTo>
                  <a:pt x="367219" y="600302"/>
                </a:lnTo>
                <a:close/>
              </a:path>
              <a:path w="608330" h="753110">
                <a:moveTo>
                  <a:pt x="47175" y="580502"/>
                </a:moveTo>
                <a:lnTo>
                  <a:pt x="41565" y="576287"/>
                </a:lnTo>
                <a:lnTo>
                  <a:pt x="39829" y="564315"/>
                </a:lnTo>
                <a:lnTo>
                  <a:pt x="39799" y="564109"/>
                </a:lnTo>
                <a:lnTo>
                  <a:pt x="43978" y="558451"/>
                </a:lnTo>
                <a:lnTo>
                  <a:pt x="56053" y="556670"/>
                </a:lnTo>
                <a:lnTo>
                  <a:pt x="61662" y="560885"/>
                </a:lnTo>
                <a:lnTo>
                  <a:pt x="63393" y="572824"/>
                </a:lnTo>
                <a:lnTo>
                  <a:pt x="63428" y="573062"/>
                </a:lnTo>
                <a:lnTo>
                  <a:pt x="59249" y="578721"/>
                </a:lnTo>
                <a:lnTo>
                  <a:pt x="47175" y="580502"/>
                </a:lnTo>
                <a:close/>
              </a:path>
              <a:path w="608330" h="753110">
                <a:moveTo>
                  <a:pt x="229696" y="654039"/>
                </a:moveTo>
                <a:lnTo>
                  <a:pt x="152042" y="654039"/>
                </a:lnTo>
                <a:lnTo>
                  <a:pt x="175151" y="640579"/>
                </a:lnTo>
                <a:lnTo>
                  <a:pt x="178334" y="640158"/>
                </a:lnTo>
                <a:lnTo>
                  <a:pt x="229696" y="654039"/>
                </a:lnTo>
                <a:close/>
              </a:path>
              <a:path w="608330" h="753110">
                <a:moveTo>
                  <a:pt x="344113" y="706133"/>
                </a:moveTo>
                <a:lnTo>
                  <a:pt x="336323" y="706133"/>
                </a:lnTo>
                <a:lnTo>
                  <a:pt x="328405" y="705065"/>
                </a:lnTo>
                <a:lnTo>
                  <a:pt x="179948" y="664941"/>
                </a:lnTo>
                <a:lnTo>
                  <a:pt x="270036" y="664941"/>
                </a:lnTo>
                <a:lnTo>
                  <a:pt x="326483" y="680196"/>
                </a:lnTo>
                <a:lnTo>
                  <a:pt x="339752" y="682482"/>
                </a:lnTo>
                <a:lnTo>
                  <a:pt x="406130" y="682482"/>
                </a:lnTo>
                <a:lnTo>
                  <a:pt x="389006" y="693118"/>
                </a:lnTo>
                <a:lnTo>
                  <a:pt x="378336" y="698795"/>
                </a:lnTo>
                <a:lnTo>
                  <a:pt x="367249" y="702864"/>
                </a:lnTo>
                <a:lnTo>
                  <a:pt x="355817" y="705314"/>
                </a:lnTo>
                <a:lnTo>
                  <a:pt x="344113" y="7061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841DFF-72ED-8836-803C-9C0BC6C904F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740" y="5888229"/>
            <a:ext cx="9671860" cy="411318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9" name="object 23">
            <a:extLst>
              <a:ext uri="{FF2B5EF4-FFF2-40B4-BE49-F238E27FC236}">
                <a16:creationId xmlns:a16="http://schemas.microsoft.com/office/drawing/2014/main" id="{C79F641E-C4D2-F705-B174-6150467168E3}"/>
              </a:ext>
            </a:extLst>
          </p:cNvPr>
          <p:cNvSpPr txBox="1"/>
          <p:nvPr/>
        </p:nvSpPr>
        <p:spPr>
          <a:xfrm>
            <a:off x="1585069" y="1457890"/>
            <a:ext cx="7592907" cy="600591"/>
          </a:xfrm>
          <a:prstGeom prst="rect">
            <a:avLst/>
          </a:prstGeom>
        </p:spPr>
        <p:txBody>
          <a:bodyPr vert="horz" wrap="square" lIns="0" tIns="168063" rIns="0" bIns="0" rtlCol="0">
            <a:spAutoFit/>
          </a:bodyPr>
          <a:lstStyle/>
          <a:p>
            <a:pPr marL="8467">
              <a:spcBef>
                <a:spcPts val="1259"/>
              </a:spcBef>
            </a:pPr>
            <a:r>
              <a:rPr sz="2800" spc="93" dirty="0">
                <a:solidFill>
                  <a:srgbClr val="F5F5F5"/>
                </a:solidFill>
                <a:latin typeface="Book Antiqua"/>
                <a:cs typeface="Book Antiqua"/>
              </a:rPr>
              <a:t>Proposed</a:t>
            </a:r>
            <a:r>
              <a:rPr sz="2800" spc="63" dirty="0">
                <a:solidFill>
                  <a:srgbClr val="F5F5F5"/>
                </a:solidFill>
                <a:latin typeface="Book Antiqua"/>
                <a:cs typeface="Book Antiqua"/>
              </a:rPr>
              <a:t> </a:t>
            </a:r>
            <a:r>
              <a:rPr sz="2800" spc="123" dirty="0">
                <a:solidFill>
                  <a:srgbClr val="F5F5F5"/>
                </a:solidFill>
                <a:latin typeface="Book Antiqua"/>
                <a:cs typeface="Book Antiqua"/>
              </a:rPr>
              <a:t>Solution</a:t>
            </a:r>
            <a:r>
              <a:rPr sz="2800" spc="63" dirty="0">
                <a:solidFill>
                  <a:srgbClr val="F5F5F5"/>
                </a:solidFill>
                <a:latin typeface="Book Antiqua"/>
                <a:cs typeface="Book Antiqua"/>
              </a:rPr>
              <a:t> </a:t>
            </a:r>
            <a:r>
              <a:rPr sz="2800" spc="-280" dirty="0">
                <a:solidFill>
                  <a:srgbClr val="F5F5F5"/>
                </a:solidFill>
                <a:latin typeface="Book Antiqua"/>
                <a:cs typeface="Book Antiqua"/>
              </a:rPr>
              <a:t>/</a:t>
            </a:r>
            <a:r>
              <a:rPr sz="2800" spc="87" dirty="0">
                <a:solidFill>
                  <a:srgbClr val="F5F5F5"/>
                </a:solidFill>
                <a:latin typeface="Book Antiqua"/>
                <a:cs typeface="Book Antiqua"/>
              </a:rPr>
              <a:t> </a:t>
            </a:r>
            <a:r>
              <a:rPr sz="2800" spc="57" dirty="0">
                <a:solidFill>
                  <a:srgbClr val="F5F5F5"/>
                </a:solidFill>
                <a:latin typeface="Book Antiqua"/>
                <a:cs typeface="Book Antiqua"/>
              </a:rPr>
              <a:t>Approach</a:t>
            </a:r>
            <a:endParaRPr sz="2800" dirty="0">
              <a:latin typeface="Book Antiqua"/>
              <a:cs typeface="Book Antiqua"/>
            </a:endParaRPr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8792E367-FA65-D389-CDEC-807585979777}"/>
              </a:ext>
            </a:extLst>
          </p:cNvPr>
          <p:cNvSpPr/>
          <p:nvPr/>
        </p:nvSpPr>
        <p:spPr>
          <a:xfrm>
            <a:off x="8463741" y="2259618"/>
            <a:ext cx="9671859" cy="3508214"/>
          </a:xfrm>
          <a:custGeom>
            <a:avLst/>
            <a:gdLst/>
            <a:ahLst/>
            <a:cxnLst/>
            <a:rect l="l" t="t" r="r" b="b"/>
            <a:pathLst>
              <a:path w="8895080" h="4413885">
                <a:moveTo>
                  <a:pt x="8794340" y="0"/>
                </a:moveTo>
                <a:lnTo>
                  <a:pt x="100647" y="0"/>
                </a:lnTo>
                <a:lnTo>
                  <a:pt x="80923" y="2281"/>
                </a:lnTo>
                <a:lnTo>
                  <a:pt x="44811" y="19782"/>
                </a:lnTo>
                <a:lnTo>
                  <a:pt x="16910" y="52428"/>
                </a:lnTo>
                <a:lnTo>
                  <a:pt x="1952" y="94575"/>
                </a:lnTo>
                <a:lnTo>
                  <a:pt x="0" y="117619"/>
                </a:lnTo>
                <a:lnTo>
                  <a:pt x="0" y="4296005"/>
                </a:lnTo>
                <a:lnTo>
                  <a:pt x="7662" y="4341009"/>
                </a:lnTo>
                <a:lnTo>
                  <a:pt x="29477" y="4379173"/>
                </a:lnTo>
                <a:lnTo>
                  <a:pt x="62136" y="4404665"/>
                </a:lnTo>
                <a:lnTo>
                  <a:pt x="100647" y="4413619"/>
                </a:lnTo>
                <a:lnTo>
                  <a:pt x="8794340" y="4413619"/>
                </a:lnTo>
                <a:lnTo>
                  <a:pt x="8832873" y="4404665"/>
                </a:lnTo>
                <a:lnTo>
                  <a:pt x="8865467" y="4379173"/>
                </a:lnTo>
                <a:lnTo>
                  <a:pt x="8887325" y="4341009"/>
                </a:lnTo>
                <a:lnTo>
                  <a:pt x="8894992" y="4296005"/>
                </a:lnTo>
                <a:lnTo>
                  <a:pt x="8894991" y="117619"/>
                </a:lnTo>
                <a:lnTo>
                  <a:pt x="8887325" y="72649"/>
                </a:lnTo>
                <a:lnTo>
                  <a:pt x="8865467" y="34501"/>
                </a:lnTo>
                <a:lnTo>
                  <a:pt x="8832873" y="8958"/>
                </a:lnTo>
                <a:lnTo>
                  <a:pt x="8794340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B2D1DBB4-E781-3BF9-E633-A32F6204C642}"/>
              </a:ext>
            </a:extLst>
          </p:cNvPr>
          <p:cNvSpPr txBox="1"/>
          <p:nvPr/>
        </p:nvSpPr>
        <p:spPr>
          <a:xfrm>
            <a:off x="12182539" y="6199784"/>
            <a:ext cx="2309199" cy="69833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 indent="298450">
              <a:lnSpc>
                <a:spcPts val="2420"/>
              </a:lnSpc>
              <a:spcBef>
                <a:spcPts val="580"/>
              </a:spcBef>
            </a:pPr>
            <a:r>
              <a:rPr sz="2500" spc="-10" dirty="0">
                <a:solidFill>
                  <a:srgbClr val="FFFFFF"/>
                </a:solidFill>
                <a:latin typeface="Palatino Linotype"/>
                <a:cs typeface="Palatino Linotype"/>
              </a:rPr>
              <a:t>Innovation </a:t>
            </a:r>
            <a:br>
              <a:rPr lang="en-IN" sz="2500" spc="-10" dirty="0">
                <a:solidFill>
                  <a:srgbClr val="FFFFFF"/>
                </a:solidFill>
                <a:latin typeface="Palatino Linotype"/>
                <a:cs typeface="Palatino Linotype"/>
              </a:rPr>
            </a:br>
            <a:r>
              <a:rPr sz="2500" dirty="0">
                <a:solidFill>
                  <a:srgbClr val="FFFFFF"/>
                </a:solidFill>
                <a:latin typeface="Palatino Linotype"/>
                <a:cs typeface="Palatino Linotype"/>
              </a:rPr>
              <a:t>and</a:t>
            </a:r>
            <a:r>
              <a:rPr sz="2500" spc="-15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Palatino Linotype"/>
                <a:cs typeface="Palatino Linotype"/>
              </a:rPr>
              <a:t>Uniqueness</a:t>
            </a:r>
            <a:endParaRPr sz="2500" dirty="0">
              <a:latin typeface="Palatino Linotype"/>
              <a:cs typeface="Palatino Linotype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4D0E93-905C-DB6F-466F-C7C04AFCB4A7}"/>
              </a:ext>
            </a:extLst>
          </p:cNvPr>
          <p:cNvSpPr txBox="1"/>
          <p:nvPr/>
        </p:nvSpPr>
        <p:spPr>
          <a:xfrm>
            <a:off x="380927" y="2259617"/>
            <a:ext cx="7569029" cy="7402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2500" dirty="0" err="1"/>
              <a:t>GovFix</a:t>
            </a:r>
            <a:r>
              <a:rPr lang="en-IN" sz="2500" dirty="0"/>
              <a:t> is a secure, backend-enforced campus service-request workflow engine designed for universities. It replaces ordinary ticketing systems with a controlled process in which every request follows defined rules, deadlines, role permissions, evidence requirements, and audit records.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2500" dirty="0"/>
              <a:t>“Deterministic rules govern authority, state transitions, and deadlines; AI informs but never overrides.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2500" dirty="0" err="1"/>
              <a:t>GovFix</a:t>
            </a:r>
            <a:r>
              <a:rPr lang="en-IN" sz="2500" dirty="0"/>
              <a:t> manages maintenance, IT, infrastructure, and equipment-related complaints raised by students, faculty, or staff. Instead of allowing users or technicians to freely change ticket status, the system uses a rule-based workflow that permits only valid actions by authorized roles.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2500" dirty="0"/>
              <a:t>For example, a student can report “Projector not working in Room 304,” but cannot assign a technician or close the ticket. A technician can inspect and repair the projector, upload proof, and propose closure—but only a supervisor can approve the final closure.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7E365D-D749-5A4D-23F6-04F99DDA6A07}"/>
              </a:ext>
            </a:extLst>
          </p:cNvPr>
          <p:cNvSpPr txBox="1"/>
          <p:nvPr/>
        </p:nvSpPr>
        <p:spPr>
          <a:xfrm>
            <a:off x="8463740" y="7439132"/>
            <a:ext cx="1620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valid workflow path</a:t>
            </a:r>
            <a:r>
              <a:rPr lang="en-IN" dirty="0">
                <a:solidFill>
                  <a:schemeClr val="bg1"/>
                </a:solidFill>
              </a:rPr>
              <a:t>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BAA361-4821-A1A8-41A2-5C75FE0A318A}"/>
              </a:ext>
            </a:extLst>
          </p:cNvPr>
          <p:cNvSpPr txBox="1"/>
          <p:nvPr/>
        </p:nvSpPr>
        <p:spPr>
          <a:xfrm>
            <a:off x="8324407" y="8181958"/>
            <a:ext cx="1899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Change ticket status.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73A97D-9B76-1152-E7AE-CCD0DC0CACD8}"/>
              </a:ext>
            </a:extLst>
          </p:cNvPr>
          <p:cNvSpPr txBox="1"/>
          <p:nvPr/>
        </p:nvSpPr>
        <p:spPr>
          <a:xfrm>
            <a:off x="10422902" y="7458050"/>
            <a:ext cx="1899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Authorized decision making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CABFA-BE29-5FFE-5739-2F84D708DD4D}"/>
              </a:ext>
            </a:extLst>
          </p:cNvPr>
          <p:cNvSpPr txBox="1"/>
          <p:nvPr/>
        </p:nvSpPr>
        <p:spPr>
          <a:xfrm>
            <a:off x="10679995" y="8075854"/>
            <a:ext cx="13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Assign an officer or technician.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444567-A24C-E49E-F50E-31BD2E705DFE}"/>
              </a:ext>
            </a:extLst>
          </p:cNvPr>
          <p:cNvSpPr txBox="1"/>
          <p:nvPr/>
        </p:nvSpPr>
        <p:spPr>
          <a:xfrm>
            <a:off x="12584431" y="7448500"/>
            <a:ext cx="1575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Deadline 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accountability: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DA12DF-F437-8D55-59EE-2E2A27D22AB1}"/>
              </a:ext>
            </a:extLst>
          </p:cNvPr>
          <p:cNvSpPr txBox="1"/>
          <p:nvPr/>
        </p:nvSpPr>
        <p:spPr>
          <a:xfrm>
            <a:off x="12733755" y="8154299"/>
            <a:ext cx="1276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Change SLA deadlines.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7D8C5E-EC6F-1A71-FE2B-2F817ACEBEB6}"/>
              </a:ext>
            </a:extLst>
          </p:cNvPr>
          <p:cNvSpPr txBox="1"/>
          <p:nvPr/>
        </p:nvSpPr>
        <p:spPr>
          <a:xfrm>
            <a:off x="14627394" y="7448499"/>
            <a:ext cx="1354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Proof before closure 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E29629-CDF0-C6C6-C5C5-A86A1164FE8E}"/>
              </a:ext>
            </a:extLst>
          </p:cNvPr>
          <p:cNvSpPr txBox="1"/>
          <p:nvPr/>
        </p:nvSpPr>
        <p:spPr>
          <a:xfrm>
            <a:off x="14687378" y="8154299"/>
            <a:ext cx="11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Approve a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closure.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1F99D6-F1AA-727C-436A-63121C927243}"/>
              </a:ext>
            </a:extLst>
          </p:cNvPr>
          <p:cNvSpPr txBox="1"/>
          <p:nvPr/>
        </p:nvSpPr>
        <p:spPr>
          <a:xfrm>
            <a:off x="16502210" y="7439132"/>
            <a:ext cx="1466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Verifiable history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EF0476-7181-CCD3-9752-9D9C25B2B6FB}"/>
              </a:ext>
            </a:extLst>
          </p:cNvPr>
          <p:cNvSpPr txBox="1"/>
          <p:nvPr/>
        </p:nvSpPr>
        <p:spPr>
          <a:xfrm>
            <a:off x="16158655" y="8064029"/>
            <a:ext cx="20416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Modify audit records or the database.</a:t>
            </a:r>
          </a:p>
        </p:txBody>
      </p:sp>
      <p:sp>
        <p:nvSpPr>
          <p:cNvPr id="42" name="object 52">
            <a:extLst>
              <a:ext uri="{FF2B5EF4-FFF2-40B4-BE49-F238E27FC236}">
                <a16:creationId xmlns:a16="http://schemas.microsoft.com/office/drawing/2014/main" id="{6D731A57-6E68-FDB2-3E58-50E255CE6437}"/>
              </a:ext>
            </a:extLst>
          </p:cNvPr>
          <p:cNvSpPr txBox="1"/>
          <p:nvPr/>
        </p:nvSpPr>
        <p:spPr>
          <a:xfrm>
            <a:off x="13202991" y="2621616"/>
            <a:ext cx="3855720" cy="1395127"/>
          </a:xfrm>
          <a:prstGeom prst="rect">
            <a:avLst/>
          </a:prstGeom>
        </p:spPr>
        <p:txBody>
          <a:bodyPr vert="horz" wrap="square" lIns="0" tIns="12701" rIns="0" bIns="0" rtlCol="0">
            <a:spAutoFit/>
          </a:bodyPr>
          <a:lstStyle/>
          <a:p>
            <a:pPr marL="259092">
              <a:spcBef>
                <a:spcPts val="100"/>
              </a:spcBef>
            </a:pPr>
            <a:r>
              <a:rPr sz="2599" b="1" spc="-26" dirty="0">
                <a:latin typeface="Times New Roman"/>
                <a:cs typeface="Times New Roman"/>
              </a:rPr>
              <a:t>SCAN</a:t>
            </a:r>
            <a:r>
              <a:rPr sz="2599" b="1" spc="-140" dirty="0">
                <a:latin typeface="Times New Roman"/>
                <a:cs typeface="Times New Roman"/>
              </a:rPr>
              <a:t> </a:t>
            </a:r>
            <a:r>
              <a:rPr sz="2599" b="1" spc="-11" dirty="0">
                <a:latin typeface="Times New Roman"/>
                <a:cs typeface="Times New Roman"/>
              </a:rPr>
              <a:t>FOR</a:t>
            </a:r>
            <a:r>
              <a:rPr sz="2599" b="1" spc="-131" dirty="0">
                <a:latin typeface="Times New Roman"/>
                <a:cs typeface="Times New Roman"/>
              </a:rPr>
              <a:t> </a:t>
            </a:r>
            <a:r>
              <a:rPr sz="2599" b="1" spc="-161" dirty="0">
                <a:latin typeface="Times New Roman"/>
                <a:cs typeface="Times New Roman"/>
              </a:rPr>
              <a:t>PROTOTYPE</a:t>
            </a:r>
            <a:endParaRPr sz="2599" dirty="0">
              <a:latin typeface="Times New Roman"/>
              <a:cs typeface="Times New Roman"/>
            </a:endParaRPr>
          </a:p>
          <a:p>
            <a:pPr marL="137168">
              <a:spcBef>
                <a:spcPts val="1931"/>
              </a:spcBef>
            </a:pPr>
            <a:r>
              <a:rPr sz="2400" b="1" dirty="0">
                <a:latin typeface="Times New Roman"/>
                <a:cs typeface="Times New Roman"/>
              </a:rPr>
              <a:t>Click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here  for</a:t>
            </a:r>
            <a:r>
              <a:rPr sz="2400" b="1" spc="41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Prototype</a:t>
            </a:r>
            <a:r>
              <a:rPr sz="2400" b="1" spc="356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12701"/>
            <a:r>
              <a:rPr lang="en-IN" sz="2400" dirty="0">
                <a:latin typeface="Times New Roman"/>
                <a:cs typeface="Times New Roman"/>
                <a:hlinkClick r:id="rId14"/>
              </a:rPr>
              <a:t>     https://unisol.mooo.com/</a:t>
            </a:r>
            <a:r>
              <a:rPr lang="en-IN" sz="2400" dirty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4" name="object 65">
            <a:extLst>
              <a:ext uri="{FF2B5EF4-FFF2-40B4-BE49-F238E27FC236}">
                <a16:creationId xmlns:a16="http://schemas.microsoft.com/office/drawing/2014/main" id="{7E11CC61-B468-CF48-9088-1EE4AA60A27E}"/>
              </a:ext>
            </a:extLst>
          </p:cNvPr>
          <p:cNvSpPr txBox="1"/>
          <p:nvPr/>
        </p:nvSpPr>
        <p:spPr>
          <a:xfrm>
            <a:off x="13159379" y="4291410"/>
            <a:ext cx="5558156" cy="8262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74244" marR="5081" indent="-1562178">
              <a:spcBef>
                <a:spcPts val="105"/>
              </a:spcBef>
            </a:pPr>
            <a:r>
              <a:rPr lang="en-IN" sz="2599" b="1" spc="-125" dirty="0">
                <a:latin typeface="Times New Roman"/>
                <a:cs typeface="Times New Roman"/>
              </a:rPr>
              <a:t>10</a:t>
            </a:r>
            <a:r>
              <a:rPr sz="2599" b="1" spc="-125" dirty="0">
                <a:latin typeface="Times New Roman"/>
                <a:cs typeface="Times New Roman"/>
              </a:rPr>
              <a:t>0%</a:t>
            </a:r>
            <a:r>
              <a:rPr sz="2599" b="1" spc="-41" dirty="0">
                <a:latin typeface="Times New Roman"/>
                <a:cs typeface="Times New Roman"/>
              </a:rPr>
              <a:t> </a:t>
            </a:r>
            <a:r>
              <a:rPr sz="2599" b="1" spc="-11" dirty="0">
                <a:latin typeface="Times New Roman"/>
                <a:cs typeface="Times New Roman"/>
              </a:rPr>
              <a:t>OF</a:t>
            </a:r>
            <a:r>
              <a:rPr sz="2599" b="1" spc="-150" dirty="0">
                <a:latin typeface="Times New Roman"/>
                <a:cs typeface="Times New Roman"/>
              </a:rPr>
              <a:t> </a:t>
            </a:r>
            <a:r>
              <a:rPr sz="2599" b="1" spc="-390" dirty="0">
                <a:latin typeface="Times New Roman"/>
                <a:cs typeface="Times New Roman"/>
              </a:rPr>
              <a:t>T</a:t>
            </a:r>
            <a:r>
              <a:rPr sz="2599" b="1" spc="-395" dirty="0">
                <a:latin typeface="Times New Roman"/>
                <a:cs typeface="Times New Roman"/>
              </a:rPr>
              <a:t>H</a:t>
            </a:r>
            <a:r>
              <a:rPr sz="2599" b="1" spc="210" dirty="0">
                <a:latin typeface="Times New Roman"/>
                <a:cs typeface="Times New Roman"/>
              </a:rPr>
              <a:t>E</a:t>
            </a:r>
            <a:r>
              <a:rPr sz="2599" b="1" spc="-281" dirty="0">
                <a:latin typeface="Times New Roman"/>
                <a:cs typeface="Times New Roman"/>
              </a:rPr>
              <a:t>PRO</a:t>
            </a:r>
            <a:r>
              <a:rPr sz="2599" b="1" spc="-330" dirty="0">
                <a:latin typeface="Times New Roman"/>
                <a:cs typeface="Times New Roman"/>
              </a:rPr>
              <a:t>T</a:t>
            </a:r>
            <a:r>
              <a:rPr sz="2599" b="1" spc="-281" dirty="0">
                <a:latin typeface="Times New Roman"/>
                <a:cs typeface="Times New Roman"/>
              </a:rPr>
              <a:t>O</a:t>
            </a:r>
            <a:r>
              <a:rPr sz="2599" b="1" spc="-296" dirty="0">
                <a:latin typeface="Times New Roman"/>
                <a:cs typeface="Times New Roman"/>
              </a:rPr>
              <a:t>T</a:t>
            </a:r>
            <a:r>
              <a:rPr sz="2599" b="1" spc="-290" dirty="0">
                <a:latin typeface="Times New Roman"/>
                <a:cs typeface="Times New Roman"/>
              </a:rPr>
              <a:t>Y</a:t>
            </a:r>
            <a:r>
              <a:rPr sz="2599" b="1" spc="-281" dirty="0">
                <a:latin typeface="Times New Roman"/>
                <a:cs typeface="Times New Roman"/>
              </a:rPr>
              <a:t>P</a:t>
            </a:r>
            <a:r>
              <a:rPr sz="2599" b="1" spc="5" dirty="0">
                <a:latin typeface="Times New Roman"/>
                <a:cs typeface="Times New Roman"/>
              </a:rPr>
              <a:t>E</a:t>
            </a:r>
            <a:r>
              <a:rPr sz="2599" b="1" spc="75" dirty="0">
                <a:latin typeface="Times New Roman"/>
                <a:cs typeface="Times New Roman"/>
              </a:rPr>
              <a:t> </a:t>
            </a:r>
            <a:r>
              <a:rPr sz="2599" b="1" spc="-20" dirty="0">
                <a:latin typeface="Times New Roman"/>
                <a:cs typeface="Times New Roman"/>
              </a:rPr>
              <a:t>IS</a:t>
            </a:r>
            <a:endParaRPr lang="en-IN" sz="2599" b="1" spc="-45" dirty="0">
              <a:latin typeface="Times New Roman"/>
              <a:cs typeface="Times New Roman"/>
            </a:endParaRPr>
          </a:p>
          <a:p>
            <a:pPr marL="1574244" marR="5081" indent="-1562178">
              <a:spcBef>
                <a:spcPts val="105"/>
              </a:spcBef>
            </a:pPr>
            <a:r>
              <a:rPr sz="2599" b="1" spc="-210" dirty="0">
                <a:latin typeface="Times New Roman"/>
                <a:cs typeface="Times New Roman"/>
              </a:rPr>
              <a:t>ALREADY </a:t>
            </a:r>
            <a:r>
              <a:rPr sz="2599" b="1" spc="-11" dirty="0">
                <a:latin typeface="Times New Roman"/>
                <a:cs typeface="Times New Roman"/>
              </a:rPr>
              <a:t>COMPLETED!!!</a:t>
            </a:r>
            <a:endParaRPr sz="2599" dirty="0">
              <a:latin typeface="Times New Roman"/>
              <a:cs typeface="Times New Roman"/>
            </a:endParaRPr>
          </a:p>
        </p:txBody>
      </p:sp>
      <p:pic>
        <p:nvPicPr>
          <p:cNvPr id="46" name="object 24">
            <a:extLst>
              <a:ext uri="{FF2B5EF4-FFF2-40B4-BE49-F238E27FC236}">
                <a16:creationId xmlns:a16="http://schemas.microsoft.com/office/drawing/2014/main" id="{CAF505E3-4EBE-2EEF-2663-AD12B44386E1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478980" y="1443503"/>
            <a:ext cx="9656620" cy="7318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object 64">
            <a:extLst>
              <a:ext uri="{FF2B5EF4-FFF2-40B4-BE49-F238E27FC236}">
                <a16:creationId xmlns:a16="http://schemas.microsoft.com/office/drawing/2014/main" id="{FF04E6A8-52CE-B07D-A40A-00953C449834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683182" y="1545749"/>
            <a:ext cx="681183" cy="600591"/>
          </a:xfrm>
          <a:prstGeom prst="rect">
            <a:avLst/>
          </a:prstGeom>
        </p:spPr>
      </p:pic>
      <p:sp>
        <p:nvSpPr>
          <p:cNvPr id="49" name="object 27">
            <a:extLst>
              <a:ext uri="{FF2B5EF4-FFF2-40B4-BE49-F238E27FC236}">
                <a16:creationId xmlns:a16="http://schemas.microsoft.com/office/drawing/2014/main" id="{338E191C-5E60-8121-9639-7C5CE6B52192}"/>
              </a:ext>
            </a:extLst>
          </p:cNvPr>
          <p:cNvSpPr txBox="1"/>
          <p:nvPr/>
        </p:nvSpPr>
        <p:spPr>
          <a:xfrm>
            <a:off x="9610190" y="1617200"/>
            <a:ext cx="6696610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3000" b="1" spc="-11" dirty="0">
                <a:latin typeface="Times New Roman"/>
                <a:cs typeface="Times New Roman"/>
              </a:rPr>
              <a:t>PROTOTYPE</a:t>
            </a:r>
            <a:r>
              <a:rPr lang="en-IN" sz="3000" b="1" spc="-11" dirty="0">
                <a:latin typeface="Times New Roman"/>
                <a:cs typeface="Times New Roman"/>
              </a:rPr>
              <a:t> IMPLIMENTATION</a:t>
            </a:r>
            <a:endParaRPr sz="3000" dirty="0">
              <a:latin typeface="Times New Roman"/>
              <a:cs typeface="Times New Roman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01FD2BD-5A97-D2C8-0101-AE31C6EDDE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733" y="2400300"/>
            <a:ext cx="3056067" cy="3056067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8D41C1-5FF4-BD0B-D380-69B496C398BE}"/>
              </a:ext>
            </a:extLst>
          </p:cNvPr>
          <p:cNvCxnSpPr/>
          <p:nvPr/>
        </p:nvCxnSpPr>
        <p:spPr>
          <a:xfrm flipH="1">
            <a:off x="11951948" y="3086100"/>
            <a:ext cx="11077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127109"/>
            <a:ext cx="5986011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36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C777DE-D351-BA7B-48EA-7389779B0D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398"/>
            <a:ext cx="18336556" cy="103197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BA11152-9F0C-6BD3-FAE1-DAB65CFB6DCA}"/>
              </a:ext>
            </a:extLst>
          </p:cNvPr>
          <p:cNvSpPr/>
          <p:nvPr/>
        </p:nvSpPr>
        <p:spPr>
          <a:xfrm>
            <a:off x="405278" y="8508133"/>
            <a:ext cx="17501721" cy="16247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4" name="object 27">
            <a:extLst>
              <a:ext uri="{FF2B5EF4-FFF2-40B4-BE49-F238E27FC236}">
                <a16:creationId xmlns:a16="http://schemas.microsoft.com/office/drawing/2014/main" id="{638ADF54-94F2-DD0E-0EBC-690A80231CF0}"/>
              </a:ext>
            </a:extLst>
          </p:cNvPr>
          <p:cNvSpPr txBox="1"/>
          <p:nvPr/>
        </p:nvSpPr>
        <p:spPr>
          <a:xfrm>
            <a:off x="1198035" y="8887714"/>
            <a:ext cx="2501717" cy="854914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indent="-635" algn="ctr">
              <a:lnSpc>
                <a:spcPts val="1950"/>
              </a:lnSpc>
              <a:spcBef>
                <a:spcPts val="540"/>
              </a:spcBef>
            </a:pPr>
            <a:r>
              <a:rPr sz="2400" dirty="0">
                <a:solidFill>
                  <a:srgbClr val="1700AC"/>
                </a:solidFill>
                <a:latin typeface="Book Antiqua"/>
                <a:cs typeface="Book Antiqua"/>
              </a:rPr>
              <a:t>Components</a:t>
            </a:r>
            <a:r>
              <a:rPr sz="2400" spc="80" dirty="0">
                <a:solidFill>
                  <a:srgbClr val="1700AC"/>
                </a:solidFill>
                <a:latin typeface="Book Antiqua"/>
                <a:cs typeface="Book Antiqua"/>
              </a:rPr>
              <a:t> </a:t>
            </a:r>
            <a:r>
              <a:rPr sz="2400" spc="-305" dirty="0">
                <a:solidFill>
                  <a:srgbClr val="1700AC"/>
                </a:solidFill>
                <a:latin typeface="Book Antiqua"/>
                <a:cs typeface="Book Antiqua"/>
              </a:rPr>
              <a:t>/</a:t>
            </a:r>
            <a:r>
              <a:rPr sz="2400" spc="-10" dirty="0">
                <a:solidFill>
                  <a:srgbClr val="1700AC"/>
                </a:solidFill>
                <a:latin typeface="Book Antiqua"/>
                <a:cs typeface="Book Antiqua"/>
              </a:rPr>
              <a:t> Technology </a:t>
            </a:r>
            <a:r>
              <a:rPr sz="2400" spc="80" dirty="0">
                <a:solidFill>
                  <a:srgbClr val="1700AC"/>
                </a:solidFill>
                <a:latin typeface="Book Antiqua"/>
                <a:cs typeface="Book Antiqua"/>
              </a:rPr>
              <a:t>stack</a:t>
            </a:r>
            <a:r>
              <a:rPr sz="2400" spc="-55" dirty="0">
                <a:solidFill>
                  <a:srgbClr val="1700AC"/>
                </a:solidFill>
                <a:latin typeface="Book Antiqua"/>
                <a:cs typeface="Book Antiqua"/>
              </a:rPr>
              <a:t> </a:t>
            </a:r>
            <a:r>
              <a:rPr sz="2400" spc="55" dirty="0">
                <a:solidFill>
                  <a:srgbClr val="1700AC"/>
                </a:solidFill>
                <a:latin typeface="Book Antiqua"/>
                <a:cs typeface="Book Antiqua"/>
              </a:rPr>
              <a:t>to</a:t>
            </a:r>
            <a:r>
              <a:rPr sz="2400" spc="-50" dirty="0">
                <a:solidFill>
                  <a:srgbClr val="1700AC"/>
                </a:solidFill>
                <a:latin typeface="Book Antiqua"/>
                <a:cs typeface="Book Antiqua"/>
              </a:rPr>
              <a:t> </a:t>
            </a:r>
            <a:r>
              <a:rPr sz="2400" dirty="0">
                <a:solidFill>
                  <a:srgbClr val="1700AC"/>
                </a:solidFill>
                <a:latin typeface="Book Antiqua"/>
                <a:cs typeface="Book Antiqua"/>
              </a:rPr>
              <a:t>be</a:t>
            </a:r>
            <a:r>
              <a:rPr sz="2400" spc="-50" dirty="0">
                <a:solidFill>
                  <a:srgbClr val="1700AC"/>
                </a:solidFill>
                <a:latin typeface="Book Antiqua"/>
                <a:cs typeface="Book Antiqua"/>
              </a:rPr>
              <a:t> </a:t>
            </a:r>
            <a:r>
              <a:rPr sz="2400" spc="-20" dirty="0">
                <a:solidFill>
                  <a:srgbClr val="1700AC"/>
                </a:solidFill>
                <a:latin typeface="Book Antiqua"/>
                <a:cs typeface="Book Antiqua"/>
              </a:rPr>
              <a:t>used</a:t>
            </a:r>
            <a:endParaRPr sz="2400" dirty="0">
              <a:latin typeface="Book Antiqua"/>
              <a:cs typeface="Book Antiqua"/>
            </a:endParaRPr>
          </a:p>
        </p:txBody>
      </p:sp>
      <p:grpSp>
        <p:nvGrpSpPr>
          <p:cNvPr id="55" name="object 8">
            <a:extLst>
              <a:ext uri="{FF2B5EF4-FFF2-40B4-BE49-F238E27FC236}">
                <a16:creationId xmlns:a16="http://schemas.microsoft.com/office/drawing/2014/main" id="{833DCF80-C603-DBBC-04D5-EBE9E0E4A5E9}"/>
              </a:ext>
            </a:extLst>
          </p:cNvPr>
          <p:cNvGrpSpPr/>
          <p:nvPr/>
        </p:nvGrpSpPr>
        <p:grpSpPr>
          <a:xfrm>
            <a:off x="381001" y="8468262"/>
            <a:ext cx="17526000" cy="1664662"/>
            <a:chOff x="110768" y="8557881"/>
            <a:chExt cx="13531215" cy="1047768"/>
          </a:xfrm>
        </p:grpSpPr>
        <p:sp>
          <p:nvSpPr>
            <p:cNvPr id="56" name="object 9">
              <a:extLst>
                <a:ext uri="{FF2B5EF4-FFF2-40B4-BE49-F238E27FC236}">
                  <a16:creationId xmlns:a16="http://schemas.microsoft.com/office/drawing/2014/main" id="{FC07C1BD-F602-FD6F-73D6-CF3D4F69FE5B}"/>
                </a:ext>
              </a:extLst>
            </p:cNvPr>
            <p:cNvSpPr/>
            <p:nvPr/>
          </p:nvSpPr>
          <p:spPr>
            <a:xfrm>
              <a:off x="110768" y="8557899"/>
              <a:ext cx="13531215" cy="1047750"/>
            </a:xfrm>
            <a:custGeom>
              <a:avLst/>
              <a:gdLst/>
              <a:ahLst/>
              <a:cxnLst/>
              <a:rect l="l" t="t" r="r" b="b"/>
              <a:pathLst>
                <a:path w="13531215" h="1047750">
                  <a:moveTo>
                    <a:pt x="114295" y="0"/>
                  </a:moveTo>
                  <a:lnTo>
                    <a:pt x="13416758" y="0"/>
                  </a:lnTo>
                  <a:lnTo>
                    <a:pt x="13439198" y="2216"/>
                  </a:lnTo>
                  <a:lnTo>
                    <a:pt x="13480216" y="19209"/>
                  </a:lnTo>
                  <a:lnTo>
                    <a:pt x="13511897" y="50880"/>
                  </a:lnTo>
                  <a:lnTo>
                    <a:pt x="13528887" y="91889"/>
                  </a:lnTo>
                  <a:lnTo>
                    <a:pt x="13531104" y="114295"/>
                  </a:lnTo>
                  <a:lnTo>
                    <a:pt x="13531102" y="933161"/>
                  </a:lnTo>
                  <a:lnTo>
                    <a:pt x="13522397" y="976907"/>
                  </a:lnTo>
                  <a:lnTo>
                    <a:pt x="13497619" y="1013967"/>
                  </a:lnTo>
                  <a:lnTo>
                    <a:pt x="13460545" y="1038742"/>
                  </a:lnTo>
                  <a:lnTo>
                    <a:pt x="13416758" y="1047445"/>
                  </a:lnTo>
                  <a:lnTo>
                    <a:pt x="114296" y="1047445"/>
                  </a:lnTo>
                  <a:lnTo>
                    <a:pt x="91895" y="1045230"/>
                  </a:lnTo>
                  <a:lnTo>
                    <a:pt x="50886" y="1028248"/>
                  </a:lnTo>
                  <a:lnTo>
                    <a:pt x="19201" y="996569"/>
                  </a:lnTo>
                  <a:lnTo>
                    <a:pt x="2216" y="955560"/>
                  </a:lnTo>
                  <a:lnTo>
                    <a:pt x="0" y="933156"/>
                  </a:lnTo>
                  <a:lnTo>
                    <a:pt x="0" y="114295"/>
                  </a:lnTo>
                  <a:lnTo>
                    <a:pt x="8695" y="70554"/>
                  </a:lnTo>
                  <a:lnTo>
                    <a:pt x="33471" y="33470"/>
                  </a:lnTo>
                  <a:lnTo>
                    <a:pt x="70555" y="8698"/>
                  </a:lnTo>
                  <a:lnTo>
                    <a:pt x="114295" y="0"/>
                  </a:lnTo>
                </a:path>
              </a:pathLst>
            </a:custGeom>
            <a:ln w="476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0">
              <a:extLst>
                <a:ext uri="{FF2B5EF4-FFF2-40B4-BE49-F238E27FC236}">
                  <a16:creationId xmlns:a16="http://schemas.microsoft.com/office/drawing/2014/main" id="{4013A9AC-CC0D-65BA-E5F7-E037EA8E65E8}"/>
                </a:ext>
              </a:extLst>
            </p:cNvPr>
            <p:cNvSpPr/>
            <p:nvPr/>
          </p:nvSpPr>
          <p:spPr>
            <a:xfrm>
              <a:off x="249343" y="8789801"/>
              <a:ext cx="276225" cy="275590"/>
            </a:xfrm>
            <a:custGeom>
              <a:avLst/>
              <a:gdLst/>
              <a:ahLst/>
              <a:cxnLst/>
              <a:rect l="l" t="t" r="r" b="b"/>
              <a:pathLst>
                <a:path w="276225" h="275590">
                  <a:moveTo>
                    <a:pt x="124831" y="44357"/>
                  </a:moveTo>
                  <a:lnTo>
                    <a:pt x="93569" y="44357"/>
                  </a:lnTo>
                  <a:lnTo>
                    <a:pt x="96770" y="42839"/>
                  </a:lnTo>
                  <a:lnTo>
                    <a:pt x="100051" y="41492"/>
                  </a:lnTo>
                  <a:lnTo>
                    <a:pt x="103390" y="40311"/>
                  </a:lnTo>
                  <a:lnTo>
                    <a:pt x="103390" y="4780"/>
                  </a:lnTo>
                  <a:lnTo>
                    <a:pt x="108190" y="0"/>
                  </a:lnTo>
                  <a:lnTo>
                    <a:pt x="167928" y="0"/>
                  </a:lnTo>
                  <a:lnTo>
                    <a:pt x="172730" y="4780"/>
                  </a:lnTo>
                  <a:lnTo>
                    <a:pt x="172731" y="21355"/>
                  </a:lnTo>
                  <a:lnTo>
                    <a:pt x="124831" y="21355"/>
                  </a:lnTo>
                  <a:lnTo>
                    <a:pt x="124831" y="44357"/>
                  </a:lnTo>
                  <a:close/>
                </a:path>
                <a:path w="276225" h="275590">
                  <a:moveTo>
                    <a:pt x="67786" y="254716"/>
                  </a:moveTo>
                  <a:lnTo>
                    <a:pt x="62101" y="254716"/>
                  </a:lnTo>
                  <a:lnTo>
                    <a:pt x="59374" y="253591"/>
                  </a:lnTo>
                  <a:lnTo>
                    <a:pt x="19310" y="213687"/>
                  </a:lnTo>
                  <a:lnTo>
                    <a:pt x="19308" y="206926"/>
                  </a:lnTo>
                  <a:lnTo>
                    <a:pt x="44538" y="181789"/>
                  </a:lnTo>
                  <a:lnTo>
                    <a:pt x="43017" y="178607"/>
                  </a:lnTo>
                  <a:lnTo>
                    <a:pt x="41661" y="175350"/>
                  </a:lnTo>
                  <a:lnTo>
                    <a:pt x="40545" y="172220"/>
                  </a:lnTo>
                  <a:lnTo>
                    <a:pt x="40476" y="172027"/>
                  </a:lnTo>
                  <a:lnTo>
                    <a:pt x="4801" y="172027"/>
                  </a:lnTo>
                  <a:lnTo>
                    <a:pt x="2" y="167246"/>
                  </a:lnTo>
                  <a:lnTo>
                    <a:pt x="0" y="107749"/>
                  </a:lnTo>
                  <a:lnTo>
                    <a:pt x="4799" y="102969"/>
                  </a:lnTo>
                  <a:lnTo>
                    <a:pt x="40476" y="102969"/>
                  </a:lnTo>
                  <a:lnTo>
                    <a:pt x="41663" y="99640"/>
                  </a:lnTo>
                  <a:lnTo>
                    <a:pt x="43014" y="96376"/>
                  </a:lnTo>
                  <a:lnTo>
                    <a:pt x="44538" y="93188"/>
                  </a:lnTo>
                  <a:lnTo>
                    <a:pt x="19307" y="68070"/>
                  </a:lnTo>
                  <a:lnTo>
                    <a:pt x="57364" y="23398"/>
                  </a:lnTo>
                  <a:lnTo>
                    <a:pt x="62458" y="20270"/>
                  </a:lnTo>
                  <a:lnTo>
                    <a:pt x="67785" y="20270"/>
                  </a:lnTo>
                  <a:lnTo>
                    <a:pt x="70411" y="21355"/>
                  </a:lnTo>
                  <a:lnTo>
                    <a:pt x="71812" y="22689"/>
                  </a:lnTo>
                  <a:lnTo>
                    <a:pt x="93569" y="44357"/>
                  </a:lnTo>
                  <a:lnTo>
                    <a:pt x="124831" y="44357"/>
                  </a:lnTo>
                  <a:lnTo>
                    <a:pt x="124831" y="46046"/>
                  </a:lnTo>
                  <a:lnTo>
                    <a:pt x="64944" y="46046"/>
                  </a:lnTo>
                  <a:lnTo>
                    <a:pt x="46235" y="64680"/>
                  </a:lnTo>
                  <a:lnTo>
                    <a:pt x="68715" y="87058"/>
                  </a:lnTo>
                  <a:lnTo>
                    <a:pt x="69411" y="92359"/>
                  </a:lnTo>
                  <a:lnTo>
                    <a:pt x="63353" y="102766"/>
                  </a:lnTo>
                  <a:lnTo>
                    <a:pt x="60573" y="109440"/>
                  </a:lnTo>
                  <a:lnTo>
                    <a:pt x="57464" y="121064"/>
                  </a:lnTo>
                  <a:lnTo>
                    <a:pt x="53208" y="124324"/>
                  </a:lnTo>
                  <a:lnTo>
                    <a:pt x="21442" y="124324"/>
                  </a:lnTo>
                  <a:lnTo>
                    <a:pt x="21442" y="150672"/>
                  </a:lnTo>
                  <a:lnTo>
                    <a:pt x="48349" y="150672"/>
                  </a:lnTo>
                  <a:lnTo>
                    <a:pt x="50140" y="150820"/>
                  </a:lnTo>
                  <a:lnTo>
                    <a:pt x="54225" y="151505"/>
                  </a:lnTo>
                  <a:lnTo>
                    <a:pt x="57620" y="154508"/>
                  </a:lnTo>
                  <a:lnTo>
                    <a:pt x="60573" y="165546"/>
                  </a:lnTo>
                  <a:lnTo>
                    <a:pt x="63272" y="172027"/>
                  </a:lnTo>
                  <a:lnTo>
                    <a:pt x="63352" y="172220"/>
                  </a:lnTo>
                  <a:lnTo>
                    <a:pt x="69413" y="182628"/>
                  </a:lnTo>
                  <a:lnTo>
                    <a:pt x="68716" y="187926"/>
                  </a:lnTo>
                  <a:lnTo>
                    <a:pt x="46235" y="210306"/>
                  </a:lnTo>
                  <a:lnTo>
                    <a:pt x="64933" y="228930"/>
                  </a:lnTo>
                  <a:lnTo>
                    <a:pt x="124831" y="228930"/>
                  </a:lnTo>
                  <a:lnTo>
                    <a:pt x="124831" y="230630"/>
                  </a:lnTo>
                  <a:lnTo>
                    <a:pt x="93569" y="230630"/>
                  </a:lnTo>
                  <a:lnTo>
                    <a:pt x="70514" y="253591"/>
                  </a:lnTo>
                  <a:lnTo>
                    <a:pt x="67786" y="254716"/>
                  </a:lnTo>
                  <a:close/>
                </a:path>
                <a:path w="276225" h="275590">
                  <a:moveTo>
                    <a:pt x="239801" y="44357"/>
                  </a:moveTo>
                  <a:lnTo>
                    <a:pt x="182541" y="44357"/>
                  </a:lnTo>
                  <a:lnTo>
                    <a:pt x="203598" y="23398"/>
                  </a:lnTo>
                  <a:lnTo>
                    <a:pt x="204382" y="22689"/>
                  </a:lnTo>
                  <a:lnTo>
                    <a:pt x="206290" y="21134"/>
                  </a:lnTo>
                  <a:lnTo>
                    <a:pt x="208690" y="20270"/>
                  </a:lnTo>
                  <a:lnTo>
                    <a:pt x="214016" y="20270"/>
                  </a:lnTo>
                  <a:lnTo>
                    <a:pt x="216646" y="21355"/>
                  </a:lnTo>
                  <a:lnTo>
                    <a:pt x="218046" y="22689"/>
                  </a:lnTo>
                  <a:lnTo>
                    <a:pt x="239801" y="44357"/>
                  </a:lnTo>
                  <a:close/>
                </a:path>
                <a:path w="276225" h="275590">
                  <a:moveTo>
                    <a:pt x="183390" y="69130"/>
                  </a:moveTo>
                  <a:lnTo>
                    <a:pt x="172924" y="63095"/>
                  </a:lnTo>
                  <a:lnTo>
                    <a:pt x="166224" y="60327"/>
                  </a:lnTo>
                  <a:lnTo>
                    <a:pt x="154552" y="57230"/>
                  </a:lnTo>
                  <a:lnTo>
                    <a:pt x="151291" y="52991"/>
                  </a:lnTo>
                  <a:lnTo>
                    <a:pt x="151289" y="21355"/>
                  </a:lnTo>
                  <a:lnTo>
                    <a:pt x="172731" y="21355"/>
                  </a:lnTo>
                  <a:lnTo>
                    <a:pt x="172731" y="40311"/>
                  </a:lnTo>
                  <a:lnTo>
                    <a:pt x="176070" y="41492"/>
                  </a:lnTo>
                  <a:lnTo>
                    <a:pt x="179341" y="42839"/>
                  </a:lnTo>
                  <a:lnTo>
                    <a:pt x="182541" y="44357"/>
                  </a:lnTo>
                  <a:lnTo>
                    <a:pt x="239801" y="44357"/>
                  </a:lnTo>
                  <a:lnTo>
                    <a:pt x="241497" y="46046"/>
                  </a:lnTo>
                  <a:lnTo>
                    <a:pt x="211167" y="46046"/>
                  </a:lnTo>
                  <a:lnTo>
                    <a:pt x="188696" y="68436"/>
                  </a:lnTo>
                  <a:lnTo>
                    <a:pt x="183390" y="69130"/>
                  </a:lnTo>
                  <a:close/>
                </a:path>
                <a:path w="276225" h="275590">
                  <a:moveTo>
                    <a:pt x="92736" y="69130"/>
                  </a:moveTo>
                  <a:lnTo>
                    <a:pt x="87415" y="68436"/>
                  </a:lnTo>
                  <a:lnTo>
                    <a:pt x="64944" y="46046"/>
                  </a:lnTo>
                  <a:lnTo>
                    <a:pt x="124831" y="46046"/>
                  </a:lnTo>
                  <a:lnTo>
                    <a:pt x="124831" y="52991"/>
                  </a:lnTo>
                  <a:lnTo>
                    <a:pt x="121559" y="57230"/>
                  </a:lnTo>
                  <a:lnTo>
                    <a:pt x="109890" y="60327"/>
                  </a:lnTo>
                  <a:lnTo>
                    <a:pt x="103187" y="63095"/>
                  </a:lnTo>
                  <a:lnTo>
                    <a:pt x="92736" y="69130"/>
                  </a:lnTo>
                  <a:close/>
                </a:path>
                <a:path w="276225" h="275590">
                  <a:moveTo>
                    <a:pt x="241502" y="228930"/>
                  </a:moveTo>
                  <a:lnTo>
                    <a:pt x="211167" y="228930"/>
                  </a:lnTo>
                  <a:lnTo>
                    <a:pt x="229867" y="210306"/>
                  </a:lnTo>
                  <a:lnTo>
                    <a:pt x="207395" y="187926"/>
                  </a:lnTo>
                  <a:lnTo>
                    <a:pt x="206707" y="182628"/>
                  </a:lnTo>
                  <a:lnTo>
                    <a:pt x="212769" y="172220"/>
                  </a:lnTo>
                  <a:lnTo>
                    <a:pt x="215537" y="165546"/>
                  </a:lnTo>
                  <a:lnTo>
                    <a:pt x="217396" y="158597"/>
                  </a:lnTo>
                  <a:lnTo>
                    <a:pt x="218003" y="156919"/>
                  </a:lnTo>
                  <a:lnTo>
                    <a:pt x="219720" y="153162"/>
                  </a:lnTo>
                  <a:lnTo>
                    <a:pt x="223509" y="150672"/>
                  </a:lnTo>
                  <a:lnTo>
                    <a:pt x="254680" y="150672"/>
                  </a:lnTo>
                  <a:lnTo>
                    <a:pt x="254680" y="124324"/>
                  </a:lnTo>
                  <a:lnTo>
                    <a:pt x="222913" y="124324"/>
                  </a:lnTo>
                  <a:lnTo>
                    <a:pt x="218656" y="121064"/>
                  </a:lnTo>
                  <a:lnTo>
                    <a:pt x="215547" y="109440"/>
                  </a:lnTo>
                  <a:lnTo>
                    <a:pt x="212853" y="102969"/>
                  </a:lnTo>
                  <a:lnTo>
                    <a:pt x="212768" y="102766"/>
                  </a:lnTo>
                  <a:lnTo>
                    <a:pt x="206711" y="92359"/>
                  </a:lnTo>
                  <a:lnTo>
                    <a:pt x="207406" y="87058"/>
                  </a:lnTo>
                  <a:lnTo>
                    <a:pt x="229867" y="64680"/>
                  </a:lnTo>
                  <a:lnTo>
                    <a:pt x="211167" y="46046"/>
                  </a:lnTo>
                  <a:lnTo>
                    <a:pt x="241497" y="46046"/>
                  </a:lnTo>
                  <a:lnTo>
                    <a:pt x="256813" y="61301"/>
                  </a:lnTo>
                  <a:lnTo>
                    <a:pt x="256805" y="68070"/>
                  </a:lnTo>
                  <a:lnTo>
                    <a:pt x="231573" y="93188"/>
                  </a:lnTo>
                  <a:lnTo>
                    <a:pt x="233097" y="96376"/>
                  </a:lnTo>
                  <a:lnTo>
                    <a:pt x="234457" y="99640"/>
                  </a:lnTo>
                  <a:lnTo>
                    <a:pt x="235573" y="102766"/>
                  </a:lnTo>
                  <a:lnTo>
                    <a:pt x="235645" y="102969"/>
                  </a:lnTo>
                  <a:lnTo>
                    <a:pt x="271320" y="102969"/>
                  </a:lnTo>
                  <a:lnTo>
                    <a:pt x="276121" y="107749"/>
                  </a:lnTo>
                  <a:lnTo>
                    <a:pt x="276120" y="167246"/>
                  </a:lnTo>
                  <a:lnTo>
                    <a:pt x="271319" y="172027"/>
                  </a:lnTo>
                  <a:lnTo>
                    <a:pt x="235635" y="172027"/>
                  </a:lnTo>
                  <a:lnTo>
                    <a:pt x="234450" y="175350"/>
                  </a:lnTo>
                  <a:lnTo>
                    <a:pt x="233090" y="178607"/>
                  </a:lnTo>
                  <a:lnTo>
                    <a:pt x="231568" y="181789"/>
                  </a:lnTo>
                  <a:lnTo>
                    <a:pt x="256805" y="206926"/>
                  </a:lnTo>
                  <a:lnTo>
                    <a:pt x="256802" y="213687"/>
                  </a:lnTo>
                  <a:lnTo>
                    <a:pt x="241502" y="228930"/>
                  </a:lnTo>
                  <a:close/>
                </a:path>
                <a:path w="276225" h="275590">
                  <a:moveTo>
                    <a:pt x="124831" y="228930"/>
                  </a:moveTo>
                  <a:lnTo>
                    <a:pt x="64955" y="228930"/>
                  </a:lnTo>
                  <a:lnTo>
                    <a:pt x="83989" y="209984"/>
                  </a:lnTo>
                  <a:lnTo>
                    <a:pt x="85360" y="208826"/>
                  </a:lnTo>
                  <a:lnTo>
                    <a:pt x="88737" y="206435"/>
                  </a:lnTo>
                  <a:lnTo>
                    <a:pt x="94881" y="206078"/>
                  </a:lnTo>
                  <a:lnTo>
                    <a:pt x="93100" y="206078"/>
                  </a:lnTo>
                  <a:lnTo>
                    <a:pt x="103186" y="211902"/>
                  </a:lnTo>
                  <a:lnTo>
                    <a:pt x="109888" y="214669"/>
                  </a:lnTo>
                  <a:lnTo>
                    <a:pt x="121557" y="217768"/>
                  </a:lnTo>
                  <a:lnTo>
                    <a:pt x="124831" y="221996"/>
                  </a:lnTo>
                  <a:lnTo>
                    <a:pt x="124831" y="228930"/>
                  </a:lnTo>
                  <a:close/>
                </a:path>
                <a:path w="276225" h="275590">
                  <a:moveTo>
                    <a:pt x="172721" y="253591"/>
                  </a:moveTo>
                  <a:lnTo>
                    <a:pt x="151278" y="253591"/>
                  </a:lnTo>
                  <a:lnTo>
                    <a:pt x="151280" y="221996"/>
                  </a:lnTo>
                  <a:lnTo>
                    <a:pt x="154552" y="217768"/>
                  </a:lnTo>
                  <a:lnTo>
                    <a:pt x="166224" y="214669"/>
                  </a:lnTo>
                  <a:lnTo>
                    <a:pt x="172924" y="211902"/>
                  </a:lnTo>
                  <a:lnTo>
                    <a:pt x="179170" y="208295"/>
                  </a:lnTo>
                  <a:lnTo>
                    <a:pt x="180794" y="207524"/>
                  </a:lnTo>
                  <a:lnTo>
                    <a:pt x="184675" y="206078"/>
                  </a:lnTo>
                  <a:lnTo>
                    <a:pt x="188813" y="206926"/>
                  </a:lnTo>
                  <a:lnTo>
                    <a:pt x="189062" y="206926"/>
                  </a:lnTo>
                  <a:lnTo>
                    <a:pt x="211167" y="228930"/>
                  </a:lnTo>
                  <a:lnTo>
                    <a:pt x="241502" y="228930"/>
                  </a:lnTo>
                  <a:lnTo>
                    <a:pt x="239796" y="230630"/>
                  </a:lnTo>
                  <a:lnTo>
                    <a:pt x="182533" y="230630"/>
                  </a:lnTo>
                  <a:lnTo>
                    <a:pt x="179333" y="232146"/>
                  </a:lnTo>
                  <a:lnTo>
                    <a:pt x="176059" y="233494"/>
                  </a:lnTo>
                  <a:lnTo>
                    <a:pt x="172721" y="234675"/>
                  </a:lnTo>
                  <a:lnTo>
                    <a:pt x="172721" y="253591"/>
                  </a:lnTo>
                  <a:close/>
                </a:path>
                <a:path w="276225" h="275590">
                  <a:moveTo>
                    <a:pt x="167922" y="274986"/>
                  </a:moveTo>
                  <a:lnTo>
                    <a:pt x="108190" y="274986"/>
                  </a:lnTo>
                  <a:lnTo>
                    <a:pt x="103390" y="270207"/>
                  </a:lnTo>
                  <a:lnTo>
                    <a:pt x="103390" y="234675"/>
                  </a:lnTo>
                  <a:lnTo>
                    <a:pt x="100049" y="233494"/>
                  </a:lnTo>
                  <a:lnTo>
                    <a:pt x="96765" y="232146"/>
                  </a:lnTo>
                  <a:lnTo>
                    <a:pt x="93569" y="230630"/>
                  </a:lnTo>
                  <a:lnTo>
                    <a:pt x="124831" y="230630"/>
                  </a:lnTo>
                  <a:lnTo>
                    <a:pt x="124831" y="253591"/>
                  </a:lnTo>
                  <a:lnTo>
                    <a:pt x="172721" y="253591"/>
                  </a:lnTo>
                  <a:lnTo>
                    <a:pt x="172721" y="270207"/>
                  </a:lnTo>
                  <a:lnTo>
                    <a:pt x="167922" y="274986"/>
                  </a:lnTo>
                  <a:close/>
                </a:path>
                <a:path w="276225" h="275590">
                  <a:moveTo>
                    <a:pt x="214019" y="254716"/>
                  </a:moveTo>
                  <a:lnTo>
                    <a:pt x="208334" y="254716"/>
                  </a:lnTo>
                  <a:lnTo>
                    <a:pt x="205598" y="253591"/>
                  </a:lnTo>
                  <a:lnTo>
                    <a:pt x="182533" y="230630"/>
                  </a:lnTo>
                  <a:lnTo>
                    <a:pt x="239796" y="230630"/>
                  </a:lnTo>
                  <a:lnTo>
                    <a:pt x="216748" y="253591"/>
                  </a:lnTo>
                  <a:lnTo>
                    <a:pt x="214019" y="254716"/>
                  </a:lnTo>
                  <a:close/>
                </a:path>
              </a:pathLst>
            </a:custGeom>
            <a:solidFill>
              <a:srgbClr val="604B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11">
              <a:extLst>
                <a:ext uri="{FF2B5EF4-FFF2-40B4-BE49-F238E27FC236}">
                  <a16:creationId xmlns:a16="http://schemas.microsoft.com/office/drawing/2014/main" id="{64B2DC13-5382-27D7-0F7F-02E7EADA0F8A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1689" y="8871812"/>
              <a:ext cx="111479" cy="111028"/>
            </a:xfrm>
            <a:prstGeom prst="rect">
              <a:avLst/>
            </a:prstGeom>
          </p:spPr>
        </p:pic>
        <p:sp>
          <p:nvSpPr>
            <p:cNvPr id="59" name="object 12">
              <a:extLst>
                <a:ext uri="{FF2B5EF4-FFF2-40B4-BE49-F238E27FC236}">
                  <a16:creationId xmlns:a16="http://schemas.microsoft.com/office/drawing/2014/main" id="{1F1CD76E-8B10-B87C-A2E8-EEB1CD6C5805}"/>
                </a:ext>
              </a:extLst>
            </p:cNvPr>
            <p:cNvSpPr/>
            <p:nvPr/>
          </p:nvSpPr>
          <p:spPr>
            <a:xfrm>
              <a:off x="188061" y="8730423"/>
              <a:ext cx="314960" cy="619125"/>
            </a:xfrm>
            <a:custGeom>
              <a:avLst/>
              <a:gdLst/>
              <a:ahLst/>
              <a:cxnLst/>
              <a:rect l="l" t="t" r="r" b="b"/>
              <a:pathLst>
                <a:path w="314959" h="619125">
                  <a:moveTo>
                    <a:pt x="299440" y="511873"/>
                  </a:moveTo>
                  <a:lnTo>
                    <a:pt x="294640" y="507098"/>
                  </a:lnTo>
                  <a:lnTo>
                    <a:pt x="288709" y="507098"/>
                  </a:lnTo>
                  <a:lnTo>
                    <a:pt x="277583" y="507098"/>
                  </a:lnTo>
                  <a:lnTo>
                    <a:pt x="277583" y="528447"/>
                  </a:lnTo>
                  <a:lnTo>
                    <a:pt x="277164" y="531075"/>
                  </a:lnTo>
                  <a:lnTo>
                    <a:pt x="245935" y="556806"/>
                  </a:lnTo>
                  <a:lnTo>
                    <a:pt x="227863" y="556806"/>
                  </a:lnTo>
                  <a:lnTo>
                    <a:pt x="227863" y="578205"/>
                  </a:lnTo>
                  <a:lnTo>
                    <a:pt x="226339" y="582180"/>
                  </a:lnTo>
                  <a:lnTo>
                    <a:pt x="223989" y="585851"/>
                  </a:lnTo>
                  <a:lnTo>
                    <a:pt x="215176" y="594588"/>
                  </a:lnTo>
                  <a:lnTo>
                    <a:pt x="207416" y="597776"/>
                  </a:lnTo>
                  <a:lnTo>
                    <a:pt x="191249" y="597776"/>
                  </a:lnTo>
                  <a:lnTo>
                    <a:pt x="183502" y="594588"/>
                  </a:lnTo>
                  <a:lnTo>
                    <a:pt x="174675" y="585851"/>
                  </a:lnTo>
                  <a:lnTo>
                    <a:pt x="172339" y="582180"/>
                  </a:lnTo>
                  <a:lnTo>
                    <a:pt x="170802" y="578205"/>
                  </a:lnTo>
                  <a:lnTo>
                    <a:pt x="227863" y="578205"/>
                  </a:lnTo>
                  <a:lnTo>
                    <a:pt x="227863" y="556806"/>
                  </a:lnTo>
                  <a:lnTo>
                    <a:pt x="153987" y="556806"/>
                  </a:lnTo>
                  <a:lnTo>
                    <a:pt x="147789" y="556196"/>
                  </a:lnTo>
                  <a:lnTo>
                    <a:pt x="121081" y="528447"/>
                  </a:lnTo>
                  <a:lnTo>
                    <a:pt x="277583" y="528447"/>
                  </a:lnTo>
                  <a:lnTo>
                    <a:pt x="277583" y="507098"/>
                  </a:lnTo>
                  <a:lnTo>
                    <a:pt x="104394" y="507098"/>
                  </a:lnTo>
                  <a:lnTo>
                    <a:pt x="104025" y="507098"/>
                  </a:lnTo>
                  <a:lnTo>
                    <a:pt x="99225" y="511873"/>
                  </a:lnTo>
                  <a:lnTo>
                    <a:pt x="99225" y="523265"/>
                  </a:lnTo>
                  <a:lnTo>
                    <a:pt x="99225" y="523671"/>
                  </a:lnTo>
                  <a:lnTo>
                    <a:pt x="115379" y="562102"/>
                  </a:lnTo>
                  <a:lnTo>
                    <a:pt x="148348" y="577621"/>
                  </a:lnTo>
                  <a:lnTo>
                    <a:pt x="170548" y="610476"/>
                  </a:lnTo>
                  <a:lnTo>
                    <a:pt x="199339" y="619125"/>
                  </a:lnTo>
                  <a:lnTo>
                    <a:pt x="209499" y="618121"/>
                  </a:lnTo>
                  <a:lnTo>
                    <a:pt x="242531" y="596188"/>
                  </a:lnTo>
                  <a:lnTo>
                    <a:pt x="250151" y="578205"/>
                  </a:lnTo>
                  <a:lnTo>
                    <a:pt x="251510" y="578205"/>
                  </a:lnTo>
                  <a:lnTo>
                    <a:pt x="288404" y="557009"/>
                  </a:lnTo>
                  <a:lnTo>
                    <a:pt x="299440" y="528447"/>
                  </a:lnTo>
                  <a:lnTo>
                    <a:pt x="299440" y="511873"/>
                  </a:lnTo>
                  <a:close/>
                </a:path>
                <a:path w="314959" h="619125">
                  <a:moveTo>
                    <a:pt x="314947" y="382066"/>
                  </a:moveTo>
                  <a:lnTo>
                    <a:pt x="312331" y="375831"/>
                  </a:lnTo>
                  <a:lnTo>
                    <a:pt x="301371" y="371348"/>
                  </a:lnTo>
                  <a:lnTo>
                    <a:pt x="295109" y="373964"/>
                  </a:lnTo>
                  <a:lnTo>
                    <a:pt x="281774" y="416001"/>
                  </a:lnTo>
                  <a:lnTo>
                    <a:pt x="278003" y="454025"/>
                  </a:lnTo>
                  <a:lnTo>
                    <a:pt x="278003" y="457352"/>
                  </a:lnTo>
                  <a:lnTo>
                    <a:pt x="120586" y="457352"/>
                  </a:lnTo>
                  <a:lnTo>
                    <a:pt x="116560" y="419417"/>
                  </a:lnTo>
                  <a:lnTo>
                    <a:pt x="89763" y="348856"/>
                  </a:lnTo>
                  <a:lnTo>
                    <a:pt x="67602" y="317792"/>
                  </a:lnTo>
                  <a:lnTo>
                    <a:pt x="64312" y="314020"/>
                  </a:lnTo>
                  <a:lnTo>
                    <a:pt x="49885" y="294817"/>
                  </a:lnTo>
                  <a:lnTo>
                    <a:pt x="38239" y="273939"/>
                  </a:lnTo>
                  <a:lnTo>
                    <a:pt x="29527" y="251688"/>
                  </a:lnTo>
                  <a:lnTo>
                    <a:pt x="23876" y="228371"/>
                  </a:lnTo>
                  <a:lnTo>
                    <a:pt x="21424" y="204470"/>
                  </a:lnTo>
                  <a:lnTo>
                    <a:pt x="22237" y="180555"/>
                  </a:lnTo>
                  <a:lnTo>
                    <a:pt x="33515" y="134061"/>
                  </a:lnTo>
                  <a:lnTo>
                    <a:pt x="56870" y="92252"/>
                  </a:lnTo>
                  <a:lnTo>
                    <a:pt x="90601" y="58204"/>
                  </a:lnTo>
                  <a:lnTo>
                    <a:pt x="132257" y="34366"/>
                  </a:lnTo>
                  <a:lnTo>
                    <a:pt x="178790" y="22491"/>
                  </a:lnTo>
                  <a:lnTo>
                    <a:pt x="192430" y="21361"/>
                  </a:lnTo>
                  <a:lnTo>
                    <a:pt x="205193" y="21412"/>
                  </a:lnTo>
                  <a:lnTo>
                    <a:pt x="210007" y="16662"/>
                  </a:lnTo>
                  <a:lnTo>
                    <a:pt x="210058" y="4876"/>
                  </a:lnTo>
                  <a:lnTo>
                    <a:pt x="205282" y="63"/>
                  </a:lnTo>
                  <a:lnTo>
                    <a:pt x="199364" y="38"/>
                  </a:lnTo>
                  <a:lnTo>
                    <a:pt x="191681" y="0"/>
                  </a:lnTo>
                  <a:lnTo>
                    <a:pt x="183984" y="419"/>
                  </a:lnTo>
                  <a:lnTo>
                    <a:pt x="176339" y="1282"/>
                  </a:lnTo>
                  <a:lnTo>
                    <a:pt x="124180" y="14579"/>
                  </a:lnTo>
                  <a:lnTo>
                    <a:pt x="77508" y="41287"/>
                  </a:lnTo>
                  <a:lnTo>
                    <a:pt x="39712" y="79451"/>
                  </a:lnTo>
                  <a:lnTo>
                    <a:pt x="13550" y="126288"/>
                  </a:lnTo>
                  <a:lnTo>
                    <a:pt x="914" y="178396"/>
                  </a:lnTo>
                  <a:lnTo>
                    <a:pt x="0" y="205181"/>
                  </a:lnTo>
                  <a:lnTo>
                    <a:pt x="2730" y="231965"/>
                  </a:lnTo>
                  <a:lnTo>
                    <a:pt x="18884" y="283108"/>
                  </a:lnTo>
                  <a:lnTo>
                    <a:pt x="48171" y="328079"/>
                  </a:lnTo>
                  <a:lnTo>
                    <a:pt x="48272" y="328206"/>
                  </a:lnTo>
                  <a:lnTo>
                    <a:pt x="69113" y="356108"/>
                  </a:lnTo>
                  <a:lnTo>
                    <a:pt x="84709" y="386918"/>
                  </a:lnTo>
                  <a:lnTo>
                    <a:pt x="94792" y="419925"/>
                  </a:lnTo>
                  <a:lnTo>
                    <a:pt x="99060" y="454380"/>
                  </a:lnTo>
                  <a:lnTo>
                    <a:pt x="99187" y="458901"/>
                  </a:lnTo>
                  <a:lnTo>
                    <a:pt x="99187" y="473925"/>
                  </a:lnTo>
                  <a:lnTo>
                    <a:pt x="103987" y="478713"/>
                  </a:lnTo>
                  <a:lnTo>
                    <a:pt x="294652" y="478713"/>
                  </a:lnTo>
                  <a:lnTo>
                    <a:pt x="299453" y="473925"/>
                  </a:lnTo>
                  <a:lnTo>
                    <a:pt x="299453" y="454063"/>
                  </a:lnTo>
                  <a:lnTo>
                    <a:pt x="300304" y="437007"/>
                  </a:lnTo>
                  <a:lnTo>
                    <a:pt x="302818" y="420154"/>
                  </a:lnTo>
                  <a:lnTo>
                    <a:pt x="306946" y="403618"/>
                  </a:lnTo>
                  <a:lnTo>
                    <a:pt x="312699" y="387527"/>
                  </a:lnTo>
                  <a:lnTo>
                    <a:pt x="314947" y="382066"/>
                  </a:lnTo>
                  <a:close/>
                </a:path>
              </a:pathLst>
            </a:custGeom>
            <a:solidFill>
              <a:srgbClr val="1B0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13">
              <a:extLst>
                <a:ext uri="{FF2B5EF4-FFF2-40B4-BE49-F238E27FC236}">
                  <a16:creationId xmlns:a16="http://schemas.microsoft.com/office/drawing/2014/main" id="{88F2A9BE-EA68-B212-BCE9-189DBA45E54E}"/>
                </a:ext>
              </a:extLst>
            </p:cNvPr>
            <p:cNvSpPr/>
            <p:nvPr/>
          </p:nvSpPr>
          <p:spPr>
            <a:xfrm>
              <a:off x="376669" y="8769768"/>
              <a:ext cx="360680" cy="439420"/>
            </a:xfrm>
            <a:custGeom>
              <a:avLst/>
              <a:gdLst/>
              <a:ahLst/>
              <a:cxnLst/>
              <a:rect l="l" t="t" r="r" b="b"/>
              <a:pathLst>
                <a:path w="360680" h="439420">
                  <a:moveTo>
                    <a:pt x="21450" y="278460"/>
                  </a:moveTo>
                  <a:lnTo>
                    <a:pt x="16649" y="273685"/>
                  </a:lnTo>
                  <a:lnTo>
                    <a:pt x="4800" y="273685"/>
                  </a:lnTo>
                  <a:lnTo>
                    <a:pt x="0" y="278460"/>
                  </a:lnTo>
                  <a:lnTo>
                    <a:pt x="0" y="428675"/>
                  </a:lnTo>
                  <a:lnTo>
                    <a:pt x="0" y="434581"/>
                  </a:lnTo>
                  <a:lnTo>
                    <a:pt x="4800" y="439356"/>
                  </a:lnTo>
                  <a:lnTo>
                    <a:pt x="16649" y="439356"/>
                  </a:lnTo>
                  <a:lnTo>
                    <a:pt x="21450" y="434581"/>
                  </a:lnTo>
                  <a:lnTo>
                    <a:pt x="21450" y="278460"/>
                  </a:lnTo>
                  <a:close/>
                </a:path>
                <a:path w="360680" h="439420">
                  <a:moveTo>
                    <a:pt x="285280" y="283514"/>
                  </a:moveTo>
                  <a:lnTo>
                    <a:pt x="283108" y="272834"/>
                  </a:lnTo>
                  <a:lnTo>
                    <a:pt x="282752" y="271043"/>
                  </a:lnTo>
                  <a:lnTo>
                    <a:pt x="275856" y="260858"/>
                  </a:lnTo>
                  <a:lnTo>
                    <a:pt x="265633" y="254000"/>
                  </a:lnTo>
                  <a:lnTo>
                    <a:pt x="263829" y="253644"/>
                  </a:lnTo>
                  <a:lnTo>
                    <a:pt x="263829" y="277609"/>
                  </a:lnTo>
                  <a:lnTo>
                    <a:pt x="263829" y="289407"/>
                  </a:lnTo>
                  <a:lnTo>
                    <a:pt x="259029" y="294182"/>
                  </a:lnTo>
                  <a:lnTo>
                    <a:pt x="247192" y="294182"/>
                  </a:lnTo>
                  <a:lnTo>
                    <a:pt x="242392" y="289420"/>
                  </a:lnTo>
                  <a:lnTo>
                    <a:pt x="242404" y="277609"/>
                  </a:lnTo>
                  <a:lnTo>
                    <a:pt x="247192" y="272834"/>
                  </a:lnTo>
                  <a:lnTo>
                    <a:pt x="259029" y="272834"/>
                  </a:lnTo>
                  <a:lnTo>
                    <a:pt x="263829" y="277609"/>
                  </a:lnTo>
                  <a:lnTo>
                    <a:pt x="263829" y="253644"/>
                  </a:lnTo>
                  <a:lnTo>
                    <a:pt x="223469" y="271043"/>
                  </a:lnTo>
                  <a:lnTo>
                    <a:pt x="223100" y="272821"/>
                  </a:lnTo>
                  <a:lnTo>
                    <a:pt x="139852" y="272821"/>
                  </a:lnTo>
                  <a:lnTo>
                    <a:pt x="103505" y="236626"/>
                  </a:lnTo>
                  <a:lnTo>
                    <a:pt x="96723" y="236626"/>
                  </a:lnTo>
                  <a:lnTo>
                    <a:pt x="92532" y="240792"/>
                  </a:lnTo>
                  <a:lnTo>
                    <a:pt x="88341" y="244970"/>
                  </a:lnTo>
                  <a:lnTo>
                    <a:pt x="88341" y="251726"/>
                  </a:lnTo>
                  <a:lnTo>
                    <a:pt x="129844" y="293052"/>
                  </a:lnTo>
                  <a:lnTo>
                    <a:pt x="132575" y="294182"/>
                  </a:lnTo>
                  <a:lnTo>
                    <a:pt x="223100" y="294182"/>
                  </a:lnTo>
                  <a:lnTo>
                    <a:pt x="223469" y="295973"/>
                  </a:lnTo>
                  <a:lnTo>
                    <a:pt x="230365" y="306158"/>
                  </a:lnTo>
                  <a:lnTo>
                    <a:pt x="240588" y="313029"/>
                  </a:lnTo>
                  <a:lnTo>
                    <a:pt x="253111" y="315544"/>
                  </a:lnTo>
                  <a:lnTo>
                    <a:pt x="265633" y="313029"/>
                  </a:lnTo>
                  <a:lnTo>
                    <a:pt x="275856" y="306158"/>
                  </a:lnTo>
                  <a:lnTo>
                    <a:pt x="282752" y="295973"/>
                  </a:lnTo>
                  <a:lnTo>
                    <a:pt x="283108" y="294182"/>
                  </a:lnTo>
                  <a:lnTo>
                    <a:pt x="285280" y="283514"/>
                  </a:lnTo>
                  <a:close/>
                </a:path>
                <a:path w="360680" h="439420">
                  <a:moveTo>
                    <a:pt x="285280" y="32029"/>
                  </a:moveTo>
                  <a:lnTo>
                    <a:pt x="283108" y="21348"/>
                  </a:lnTo>
                  <a:lnTo>
                    <a:pt x="282752" y="19558"/>
                  </a:lnTo>
                  <a:lnTo>
                    <a:pt x="275856" y="9372"/>
                  </a:lnTo>
                  <a:lnTo>
                    <a:pt x="265633" y="2514"/>
                  </a:lnTo>
                  <a:lnTo>
                    <a:pt x="263829" y="2159"/>
                  </a:lnTo>
                  <a:lnTo>
                    <a:pt x="263829" y="26123"/>
                  </a:lnTo>
                  <a:lnTo>
                    <a:pt x="263829" y="37922"/>
                  </a:lnTo>
                  <a:lnTo>
                    <a:pt x="259029" y="42710"/>
                  </a:lnTo>
                  <a:lnTo>
                    <a:pt x="247192" y="42710"/>
                  </a:lnTo>
                  <a:lnTo>
                    <a:pt x="242392" y="37934"/>
                  </a:lnTo>
                  <a:lnTo>
                    <a:pt x="242404" y="26136"/>
                  </a:lnTo>
                  <a:lnTo>
                    <a:pt x="247192" y="21348"/>
                  </a:lnTo>
                  <a:lnTo>
                    <a:pt x="259029" y="21348"/>
                  </a:lnTo>
                  <a:lnTo>
                    <a:pt x="263829" y="26123"/>
                  </a:lnTo>
                  <a:lnTo>
                    <a:pt x="263829" y="2159"/>
                  </a:lnTo>
                  <a:lnTo>
                    <a:pt x="223469" y="19558"/>
                  </a:lnTo>
                  <a:lnTo>
                    <a:pt x="223100" y="21348"/>
                  </a:lnTo>
                  <a:lnTo>
                    <a:pt x="132930" y="21348"/>
                  </a:lnTo>
                  <a:lnTo>
                    <a:pt x="130530" y="22212"/>
                  </a:lnTo>
                  <a:lnTo>
                    <a:pt x="128625" y="23774"/>
                  </a:lnTo>
                  <a:lnTo>
                    <a:pt x="127838" y="24485"/>
                  </a:lnTo>
                  <a:lnTo>
                    <a:pt x="88341" y="63804"/>
                  </a:lnTo>
                  <a:lnTo>
                    <a:pt x="88341" y="70573"/>
                  </a:lnTo>
                  <a:lnTo>
                    <a:pt x="96723" y="78905"/>
                  </a:lnTo>
                  <a:lnTo>
                    <a:pt x="103505" y="78905"/>
                  </a:lnTo>
                  <a:lnTo>
                    <a:pt x="139852" y="42710"/>
                  </a:lnTo>
                  <a:lnTo>
                    <a:pt x="223100" y="42710"/>
                  </a:lnTo>
                  <a:lnTo>
                    <a:pt x="223469" y="44500"/>
                  </a:lnTo>
                  <a:lnTo>
                    <a:pt x="230365" y="54673"/>
                  </a:lnTo>
                  <a:lnTo>
                    <a:pt x="240588" y="61544"/>
                  </a:lnTo>
                  <a:lnTo>
                    <a:pt x="253111" y="64058"/>
                  </a:lnTo>
                  <a:lnTo>
                    <a:pt x="265633" y="61544"/>
                  </a:lnTo>
                  <a:lnTo>
                    <a:pt x="275856" y="54673"/>
                  </a:lnTo>
                  <a:lnTo>
                    <a:pt x="282752" y="44500"/>
                  </a:lnTo>
                  <a:lnTo>
                    <a:pt x="283108" y="42710"/>
                  </a:lnTo>
                  <a:lnTo>
                    <a:pt x="285280" y="32029"/>
                  </a:lnTo>
                  <a:close/>
                </a:path>
                <a:path w="360680" h="439420">
                  <a:moveTo>
                    <a:pt x="360400" y="157543"/>
                  </a:moveTo>
                  <a:lnTo>
                    <a:pt x="338963" y="127660"/>
                  </a:lnTo>
                  <a:lnTo>
                    <a:pt x="338963" y="151638"/>
                  </a:lnTo>
                  <a:lnTo>
                    <a:pt x="338963" y="163436"/>
                  </a:lnTo>
                  <a:lnTo>
                    <a:pt x="334162" y="168211"/>
                  </a:lnTo>
                  <a:lnTo>
                    <a:pt x="322326" y="168211"/>
                  </a:lnTo>
                  <a:lnTo>
                    <a:pt x="317525" y="163436"/>
                  </a:lnTo>
                  <a:lnTo>
                    <a:pt x="317525" y="151638"/>
                  </a:lnTo>
                  <a:lnTo>
                    <a:pt x="322326" y="146862"/>
                  </a:lnTo>
                  <a:lnTo>
                    <a:pt x="334162" y="146862"/>
                  </a:lnTo>
                  <a:lnTo>
                    <a:pt x="338963" y="151638"/>
                  </a:lnTo>
                  <a:lnTo>
                    <a:pt x="338963" y="127660"/>
                  </a:lnTo>
                  <a:lnTo>
                    <a:pt x="298602" y="145072"/>
                  </a:lnTo>
                  <a:lnTo>
                    <a:pt x="298234" y="146862"/>
                  </a:lnTo>
                  <a:lnTo>
                    <a:pt x="132143" y="146862"/>
                  </a:lnTo>
                  <a:lnTo>
                    <a:pt x="127342" y="151638"/>
                  </a:lnTo>
                  <a:lnTo>
                    <a:pt x="127342" y="163436"/>
                  </a:lnTo>
                  <a:lnTo>
                    <a:pt x="132143" y="168211"/>
                  </a:lnTo>
                  <a:lnTo>
                    <a:pt x="298234" y="168211"/>
                  </a:lnTo>
                  <a:lnTo>
                    <a:pt x="298602" y="170002"/>
                  </a:lnTo>
                  <a:lnTo>
                    <a:pt x="305498" y="180187"/>
                  </a:lnTo>
                  <a:lnTo>
                    <a:pt x="315722" y="187058"/>
                  </a:lnTo>
                  <a:lnTo>
                    <a:pt x="328244" y="189572"/>
                  </a:lnTo>
                  <a:lnTo>
                    <a:pt x="340766" y="187058"/>
                  </a:lnTo>
                  <a:lnTo>
                    <a:pt x="350989" y="180187"/>
                  </a:lnTo>
                  <a:lnTo>
                    <a:pt x="357873" y="170002"/>
                  </a:lnTo>
                  <a:lnTo>
                    <a:pt x="358241" y="168211"/>
                  </a:lnTo>
                  <a:lnTo>
                    <a:pt x="360400" y="157543"/>
                  </a:lnTo>
                  <a:close/>
                </a:path>
              </a:pathLst>
            </a:custGeom>
            <a:solidFill>
              <a:srgbClr val="604B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4">
              <a:extLst>
                <a:ext uri="{FF2B5EF4-FFF2-40B4-BE49-F238E27FC236}">
                  <a16:creationId xmlns:a16="http://schemas.microsoft.com/office/drawing/2014/main" id="{A73FB618-A611-E8E6-FA7B-6F8E055EF4C6}"/>
                </a:ext>
              </a:extLst>
            </p:cNvPr>
            <p:cNvSpPr/>
            <p:nvPr/>
          </p:nvSpPr>
          <p:spPr>
            <a:xfrm>
              <a:off x="260790" y="9187774"/>
              <a:ext cx="253365" cy="71120"/>
            </a:xfrm>
            <a:custGeom>
              <a:avLst/>
              <a:gdLst/>
              <a:ahLst/>
              <a:cxnLst/>
              <a:rect l="l" t="t" r="r" b="b"/>
              <a:pathLst>
                <a:path w="253365" h="71120">
                  <a:moveTo>
                    <a:pt x="217523" y="71092"/>
                  </a:moveTo>
                  <a:lnTo>
                    <a:pt x="35691" y="71092"/>
                  </a:lnTo>
                  <a:lnTo>
                    <a:pt x="21799" y="68298"/>
                  </a:lnTo>
                  <a:lnTo>
                    <a:pt x="10453" y="60681"/>
                  </a:lnTo>
                  <a:lnTo>
                    <a:pt x="2804" y="49383"/>
                  </a:lnTo>
                  <a:lnTo>
                    <a:pt x="0" y="35547"/>
                  </a:lnTo>
                  <a:lnTo>
                    <a:pt x="2806" y="21710"/>
                  </a:lnTo>
                  <a:lnTo>
                    <a:pt x="10456" y="10411"/>
                  </a:lnTo>
                  <a:lnTo>
                    <a:pt x="21805" y="2793"/>
                  </a:lnTo>
                  <a:lnTo>
                    <a:pt x="35691" y="0"/>
                  </a:lnTo>
                  <a:lnTo>
                    <a:pt x="217523" y="0"/>
                  </a:lnTo>
                  <a:lnTo>
                    <a:pt x="231417" y="2793"/>
                  </a:lnTo>
                  <a:lnTo>
                    <a:pt x="242765" y="10411"/>
                  </a:lnTo>
                  <a:lnTo>
                    <a:pt x="250177" y="21355"/>
                  </a:lnTo>
                  <a:lnTo>
                    <a:pt x="27824" y="21355"/>
                  </a:lnTo>
                  <a:lnTo>
                    <a:pt x="21445" y="27708"/>
                  </a:lnTo>
                  <a:lnTo>
                    <a:pt x="21442" y="43384"/>
                  </a:lnTo>
                  <a:lnTo>
                    <a:pt x="27821" y="49735"/>
                  </a:lnTo>
                  <a:lnTo>
                    <a:pt x="250179" y="49735"/>
                  </a:lnTo>
                  <a:lnTo>
                    <a:pt x="242766" y="60681"/>
                  </a:lnTo>
                  <a:lnTo>
                    <a:pt x="231418" y="68298"/>
                  </a:lnTo>
                  <a:lnTo>
                    <a:pt x="217523" y="71092"/>
                  </a:lnTo>
                  <a:close/>
                </a:path>
                <a:path w="253365" h="71120">
                  <a:moveTo>
                    <a:pt x="250179" y="49735"/>
                  </a:moveTo>
                  <a:lnTo>
                    <a:pt x="225396" y="49735"/>
                  </a:lnTo>
                  <a:lnTo>
                    <a:pt x="231782" y="43384"/>
                  </a:lnTo>
                  <a:lnTo>
                    <a:pt x="231782" y="27708"/>
                  </a:lnTo>
                  <a:lnTo>
                    <a:pt x="225392" y="21355"/>
                  </a:lnTo>
                  <a:lnTo>
                    <a:pt x="250177" y="21355"/>
                  </a:lnTo>
                  <a:lnTo>
                    <a:pt x="250418" y="21710"/>
                  </a:lnTo>
                  <a:lnTo>
                    <a:pt x="253224" y="35547"/>
                  </a:lnTo>
                  <a:lnTo>
                    <a:pt x="250418" y="49383"/>
                  </a:lnTo>
                  <a:lnTo>
                    <a:pt x="250179" y="49735"/>
                  </a:lnTo>
                  <a:close/>
                </a:path>
              </a:pathLst>
            </a:custGeom>
            <a:solidFill>
              <a:srgbClr val="1B0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25">
              <a:extLst>
                <a:ext uri="{FF2B5EF4-FFF2-40B4-BE49-F238E27FC236}">
                  <a16:creationId xmlns:a16="http://schemas.microsoft.com/office/drawing/2014/main" id="{D20143F0-6375-7CE2-5E0E-88874DE2AB1F}"/>
                </a:ext>
              </a:extLst>
            </p:cNvPr>
            <p:cNvSpPr/>
            <p:nvPr/>
          </p:nvSpPr>
          <p:spPr>
            <a:xfrm>
              <a:off x="2898470" y="8557881"/>
              <a:ext cx="28575" cy="1047750"/>
            </a:xfrm>
            <a:custGeom>
              <a:avLst/>
              <a:gdLst/>
              <a:ahLst/>
              <a:cxnLst/>
              <a:rect l="l" t="t" r="r" b="b"/>
              <a:pathLst>
                <a:path w="28575" h="1047750">
                  <a:moveTo>
                    <a:pt x="28575" y="876046"/>
                  </a:moveTo>
                  <a:lnTo>
                    <a:pt x="0" y="876046"/>
                  </a:lnTo>
                  <a:lnTo>
                    <a:pt x="0" y="1047496"/>
                  </a:lnTo>
                  <a:lnTo>
                    <a:pt x="28575" y="1047496"/>
                  </a:lnTo>
                  <a:lnTo>
                    <a:pt x="28575" y="876046"/>
                  </a:lnTo>
                  <a:close/>
                </a:path>
                <a:path w="28575" h="1047750">
                  <a:moveTo>
                    <a:pt x="28575" y="676021"/>
                  </a:moveTo>
                  <a:lnTo>
                    <a:pt x="0" y="676021"/>
                  </a:lnTo>
                  <a:lnTo>
                    <a:pt x="0" y="847471"/>
                  </a:lnTo>
                  <a:lnTo>
                    <a:pt x="28575" y="847471"/>
                  </a:lnTo>
                  <a:lnTo>
                    <a:pt x="28575" y="676021"/>
                  </a:lnTo>
                  <a:close/>
                </a:path>
                <a:path w="28575" h="1047750">
                  <a:moveTo>
                    <a:pt x="28575" y="475996"/>
                  </a:moveTo>
                  <a:lnTo>
                    <a:pt x="0" y="475996"/>
                  </a:lnTo>
                  <a:lnTo>
                    <a:pt x="0" y="647446"/>
                  </a:lnTo>
                  <a:lnTo>
                    <a:pt x="28575" y="647446"/>
                  </a:lnTo>
                  <a:lnTo>
                    <a:pt x="28575" y="475996"/>
                  </a:lnTo>
                  <a:close/>
                </a:path>
                <a:path w="28575" h="1047750">
                  <a:moveTo>
                    <a:pt x="28575" y="275971"/>
                  </a:moveTo>
                  <a:lnTo>
                    <a:pt x="0" y="275971"/>
                  </a:lnTo>
                  <a:lnTo>
                    <a:pt x="0" y="447421"/>
                  </a:lnTo>
                  <a:lnTo>
                    <a:pt x="28575" y="447421"/>
                  </a:lnTo>
                  <a:lnTo>
                    <a:pt x="28575" y="275971"/>
                  </a:lnTo>
                  <a:close/>
                </a:path>
                <a:path w="28575" h="1047750">
                  <a:moveTo>
                    <a:pt x="28575" y="75946"/>
                  </a:moveTo>
                  <a:lnTo>
                    <a:pt x="0" y="75946"/>
                  </a:lnTo>
                  <a:lnTo>
                    <a:pt x="0" y="247396"/>
                  </a:lnTo>
                  <a:lnTo>
                    <a:pt x="28575" y="247396"/>
                  </a:lnTo>
                  <a:lnTo>
                    <a:pt x="28575" y="75946"/>
                  </a:lnTo>
                  <a:close/>
                </a:path>
                <a:path w="28575" h="1047750">
                  <a:moveTo>
                    <a:pt x="28575" y="0"/>
                  </a:moveTo>
                  <a:lnTo>
                    <a:pt x="0" y="0"/>
                  </a:lnTo>
                  <a:lnTo>
                    <a:pt x="0" y="47371"/>
                  </a:lnTo>
                  <a:lnTo>
                    <a:pt x="28575" y="47371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000000">
                <a:alpha val="32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8" name="Picture 77">
            <a:extLst>
              <a:ext uri="{FF2B5EF4-FFF2-40B4-BE49-F238E27FC236}">
                <a16:creationId xmlns:a16="http://schemas.microsoft.com/office/drawing/2014/main" id="{48343B90-2A7B-D1CA-72CA-4D7EFF41EBC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594" y="8860766"/>
            <a:ext cx="1434026" cy="79506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7C0203B4-6DA8-98B6-C309-1219B992BA2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750" y="8722874"/>
            <a:ext cx="1059149" cy="1059149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DF4D6185-962C-A046-2928-FA9BC6C779A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995" y="8653373"/>
            <a:ext cx="1294408" cy="1294408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94F09382-DC3B-D613-266D-BA495EAF042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681" y="8687710"/>
            <a:ext cx="1175587" cy="1175587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A9C5858A-18ED-519F-01C9-F1EB8CF333F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2440" y="8609766"/>
            <a:ext cx="1220386" cy="1220386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7914A322-E4CF-BD1A-A1A5-083BF49C0B2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7446" y="8566177"/>
            <a:ext cx="1175586" cy="1175586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55F6DDEC-F640-C906-6D62-E5AB5C3A40A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6215" y="8706137"/>
            <a:ext cx="1312536" cy="10258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57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221330" y="179241"/>
            <a:ext cx="15510387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515166" y="892157"/>
            <a:ext cx="1124752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250" r="-1125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287447" y="-236493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312" name="object 6">
            <a:extLst>
              <a:ext uri="{FF2B5EF4-FFF2-40B4-BE49-F238E27FC236}">
                <a16:creationId xmlns:a16="http://schemas.microsoft.com/office/drawing/2014/main" id="{F14CAC1D-E7D7-960E-825D-5E2611089593}"/>
              </a:ext>
            </a:extLst>
          </p:cNvPr>
          <p:cNvGrpSpPr/>
          <p:nvPr/>
        </p:nvGrpSpPr>
        <p:grpSpPr>
          <a:xfrm>
            <a:off x="12282167" y="1680874"/>
            <a:ext cx="5756799" cy="8284009"/>
            <a:chOff x="566419" y="2062988"/>
            <a:chExt cx="5283200" cy="7262495"/>
          </a:xfrm>
        </p:grpSpPr>
        <p:sp>
          <p:nvSpPr>
            <p:cNvPr id="313" name="object 7">
              <a:extLst>
                <a:ext uri="{FF2B5EF4-FFF2-40B4-BE49-F238E27FC236}">
                  <a16:creationId xmlns:a16="http://schemas.microsoft.com/office/drawing/2014/main" id="{B57F2B16-0614-186A-ADFB-6DBB166A093D}"/>
                </a:ext>
              </a:extLst>
            </p:cNvPr>
            <p:cNvSpPr/>
            <p:nvPr/>
          </p:nvSpPr>
          <p:spPr>
            <a:xfrm>
              <a:off x="579119" y="2785364"/>
              <a:ext cx="5257800" cy="6527800"/>
            </a:xfrm>
            <a:custGeom>
              <a:avLst/>
              <a:gdLst/>
              <a:ahLst/>
              <a:cxnLst/>
              <a:rect l="l" t="t" r="r" b="b"/>
              <a:pathLst>
                <a:path w="5257800" h="6527800">
                  <a:moveTo>
                    <a:pt x="4381500" y="0"/>
                  </a:moveTo>
                  <a:lnTo>
                    <a:pt x="876300" y="0"/>
                  </a:lnTo>
                  <a:lnTo>
                    <a:pt x="828220" y="1296"/>
                  </a:lnTo>
                  <a:lnTo>
                    <a:pt x="780818" y="5143"/>
                  </a:lnTo>
                  <a:lnTo>
                    <a:pt x="734161" y="11471"/>
                  </a:lnTo>
                  <a:lnTo>
                    <a:pt x="688315" y="20216"/>
                  </a:lnTo>
                  <a:lnTo>
                    <a:pt x="643347" y="31309"/>
                  </a:lnTo>
                  <a:lnTo>
                    <a:pt x="599324" y="44683"/>
                  </a:lnTo>
                  <a:lnTo>
                    <a:pt x="556313" y="60273"/>
                  </a:lnTo>
                  <a:lnTo>
                    <a:pt x="514380" y="78010"/>
                  </a:lnTo>
                  <a:lnTo>
                    <a:pt x="473593" y="97829"/>
                  </a:lnTo>
                  <a:lnTo>
                    <a:pt x="434018" y="119662"/>
                  </a:lnTo>
                  <a:lnTo>
                    <a:pt x="395722" y="143442"/>
                  </a:lnTo>
                  <a:lnTo>
                    <a:pt x="358772" y="169103"/>
                  </a:lnTo>
                  <a:lnTo>
                    <a:pt x="323234" y="196577"/>
                  </a:lnTo>
                  <a:lnTo>
                    <a:pt x="289176" y="225798"/>
                  </a:lnTo>
                  <a:lnTo>
                    <a:pt x="256665" y="256698"/>
                  </a:lnTo>
                  <a:lnTo>
                    <a:pt x="225767" y="289212"/>
                  </a:lnTo>
                  <a:lnTo>
                    <a:pt x="196548" y="323271"/>
                  </a:lnTo>
                  <a:lnTo>
                    <a:pt x="169077" y="358810"/>
                  </a:lnTo>
                  <a:lnTo>
                    <a:pt x="143419" y="395761"/>
                  </a:lnTo>
                  <a:lnTo>
                    <a:pt x="119642" y="434057"/>
                  </a:lnTo>
                  <a:lnTo>
                    <a:pt x="97812" y="473632"/>
                  </a:lnTo>
                  <a:lnTo>
                    <a:pt x="77996" y="514418"/>
                  </a:lnTo>
                  <a:lnTo>
                    <a:pt x="60262" y="556349"/>
                  </a:lnTo>
                  <a:lnTo>
                    <a:pt x="44675" y="599358"/>
                  </a:lnTo>
                  <a:lnTo>
                    <a:pt x="31302" y="643378"/>
                  </a:lnTo>
                  <a:lnTo>
                    <a:pt x="20212" y="688342"/>
                  </a:lnTo>
                  <a:lnTo>
                    <a:pt x="11469" y="734183"/>
                  </a:lnTo>
                  <a:lnTo>
                    <a:pt x="5142" y="780834"/>
                  </a:lnTo>
                  <a:lnTo>
                    <a:pt x="1296" y="828228"/>
                  </a:lnTo>
                  <a:lnTo>
                    <a:pt x="0" y="876300"/>
                  </a:lnTo>
                  <a:lnTo>
                    <a:pt x="0" y="5650991"/>
                  </a:lnTo>
                  <a:lnTo>
                    <a:pt x="1296" y="5699074"/>
                  </a:lnTo>
                  <a:lnTo>
                    <a:pt x="5142" y="5746479"/>
                  </a:lnTo>
                  <a:lnTo>
                    <a:pt x="11469" y="5793138"/>
                  </a:lnTo>
                  <a:lnTo>
                    <a:pt x="20212" y="5838986"/>
                  </a:lnTo>
                  <a:lnTo>
                    <a:pt x="31302" y="5883955"/>
                  </a:lnTo>
                  <a:lnTo>
                    <a:pt x="44675" y="5927979"/>
                  </a:lnTo>
                  <a:lnTo>
                    <a:pt x="60262" y="5970990"/>
                  </a:lnTo>
                  <a:lnTo>
                    <a:pt x="77996" y="6012923"/>
                  </a:lnTo>
                  <a:lnTo>
                    <a:pt x="97812" y="6053709"/>
                  </a:lnTo>
                  <a:lnTo>
                    <a:pt x="119642" y="6093284"/>
                  </a:lnTo>
                  <a:lnTo>
                    <a:pt x="143419" y="6131578"/>
                  </a:lnTo>
                  <a:lnTo>
                    <a:pt x="169077" y="6168527"/>
                  </a:lnTo>
                  <a:lnTo>
                    <a:pt x="196548" y="6204062"/>
                  </a:lnTo>
                  <a:lnTo>
                    <a:pt x="225767" y="6238118"/>
                  </a:lnTo>
                  <a:lnTo>
                    <a:pt x="256665" y="6270628"/>
                  </a:lnTo>
                  <a:lnTo>
                    <a:pt x="289176" y="6301524"/>
                  </a:lnTo>
                  <a:lnTo>
                    <a:pt x="323234" y="6330740"/>
                  </a:lnTo>
                  <a:lnTo>
                    <a:pt x="358772" y="6358209"/>
                  </a:lnTo>
                  <a:lnTo>
                    <a:pt x="395722" y="6383864"/>
                  </a:lnTo>
                  <a:lnTo>
                    <a:pt x="434018" y="6407639"/>
                  </a:lnTo>
                  <a:lnTo>
                    <a:pt x="473593" y="6429466"/>
                  </a:lnTo>
                  <a:lnTo>
                    <a:pt x="514380" y="6449280"/>
                  </a:lnTo>
                  <a:lnTo>
                    <a:pt x="556313" y="6467012"/>
                  </a:lnTo>
                  <a:lnTo>
                    <a:pt x="599324" y="6482597"/>
                  </a:lnTo>
                  <a:lnTo>
                    <a:pt x="643347" y="6495968"/>
                  </a:lnTo>
                  <a:lnTo>
                    <a:pt x="688315" y="6507057"/>
                  </a:lnTo>
                  <a:lnTo>
                    <a:pt x="734161" y="6515798"/>
                  </a:lnTo>
                  <a:lnTo>
                    <a:pt x="780818" y="6522125"/>
                  </a:lnTo>
                  <a:lnTo>
                    <a:pt x="828220" y="6525970"/>
                  </a:lnTo>
                  <a:lnTo>
                    <a:pt x="876300" y="6527266"/>
                  </a:lnTo>
                  <a:lnTo>
                    <a:pt x="4381500" y="6527266"/>
                  </a:lnTo>
                  <a:lnTo>
                    <a:pt x="4429582" y="6525970"/>
                  </a:lnTo>
                  <a:lnTo>
                    <a:pt x="4476987" y="6522125"/>
                  </a:lnTo>
                  <a:lnTo>
                    <a:pt x="4523647" y="6515798"/>
                  </a:lnTo>
                  <a:lnTo>
                    <a:pt x="4569495" y="6507057"/>
                  </a:lnTo>
                  <a:lnTo>
                    <a:pt x="4614465" y="6495968"/>
                  </a:lnTo>
                  <a:lnTo>
                    <a:pt x="4658490" y="6482597"/>
                  </a:lnTo>
                  <a:lnTo>
                    <a:pt x="4701502" y="6467012"/>
                  </a:lnTo>
                  <a:lnTo>
                    <a:pt x="4743435" y="6449280"/>
                  </a:lnTo>
                  <a:lnTo>
                    <a:pt x="4784223" y="6429466"/>
                  </a:lnTo>
                  <a:lnTo>
                    <a:pt x="4823798" y="6407639"/>
                  </a:lnTo>
                  <a:lnTo>
                    <a:pt x="4862094" y="6383864"/>
                  </a:lnTo>
                  <a:lnTo>
                    <a:pt x="4899044" y="6358209"/>
                  </a:lnTo>
                  <a:lnTo>
                    <a:pt x="4934581" y="6330740"/>
                  </a:lnTo>
                  <a:lnTo>
                    <a:pt x="4968638" y="6301524"/>
                  </a:lnTo>
                  <a:lnTo>
                    <a:pt x="5001148" y="6270628"/>
                  </a:lnTo>
                  <a:lnTo>
                    <a:pt x="5032046" y="6238118"/>
                  </a:lnTo>
                  <a:lnTo>
                    <a:pt x="5061263" y="6204062"/>
                  </a:lnTo>
                  <a:lnTo>
                    <a:pt x="5088733" y="6168527"/>
                  </a:lnTo>
                  <a:lnTo>
                    <a:pt x="5114390" y="6131578"/>
                  </a:lnTo>
                  <a:lnTo>
                    <a:pt x="5138165" y="6093284"/>
                  </a:lnTo>
                  <a:lnTo>
                    <a:pt x="5159994" y="6053709"/>
                  </a:lnTo>
                  <a:lnTo>
                    <a:pt x="5179809" y="6012923"/>
                  </a:lnTo>
                  <a:lnTo>
                    <a:pt x="5197542" y="5970990"/>
                  </a:lnTo>
                  <a:lnTo>
                    <a:pt x="5213128" y="5927979"/>
                  </a:lnTo>
                  <a:lnTo>
                    <a:pt x="5226499" y="5883955"/>
                  </a:lnTo>
                  <a:lnTo>
                    <a:pt x="5237589" y="5838986"/>
                  </a:lnTo>
                  <a:lnTo>
                    <a:pt x="5246331" y="5793138"/>
                  </a:lnTo>
                  <a:lnTo>
                    <a:pt x="5252658" y="5746479"/>
                  </a:lnTo>
                  <a:lnTo>
                    <a:pt x="5256503" y="5699074"/>
                  </a:lnTo>
                  <a:lnTo>
                    <a:pt x="5257800" y="5650991"/>
                  </a:lnTo>
                  <a:lnTo>
                    <a:pt x="5257800" y="876300"/>
                  </a:lnTo>
                  <a:lnTo>
                    <a:pt x="5256503" y="828228"/>
                  </a:lnTo>
                  <a:lnTo>
                    <a:pt x="5252658" y="780834"/>
                  </a:lnTo>
                  <a:lnTo>
                    <a:pt x="5246331" y="734183"/>
                  </a:lnTo>
                  <a:lnTo>
                    <a:pt x="5237589" y="688342"/>
                  </a:lnTo>
                  <a:lnTo>
                    <a:pt x="5226499" y="643378"/>
                  </a:lnTo>
                  <a:lnTo>
                    <a:pt x="5213128" y="599358"/>
                  </a:lnTo>
                  <a:lnTo>
                    <a:pt x="5197542" y="556349"/>
                  </a:lnTo>
                  <a:lnTo>
                    <a:pt x="5179809" y="514418"/>
                  </a:lnTo>
                  <a:lnTo>
                    <a:pt x="5159994" y="473632"/>
                  </a:lnTo>
                  <a:lnTo>
                    <a:pt x="5138166" y="434057"/>
                  </a:lnTo>
                  <a:lnTo>
                    <a:pt x="5114390" y="395761"/>
                  </a:lnTo>
                  <a:lnTo>
                    <a:pt x="5088733" y="358810"/>
                  </a:lnTo>
                  <a:lnTo>
                    <a:pt x="5061263" y="323271"/>
                  </a:lnTo>
                  <a:lnTo>
                    <a:pt x="5032046" y="289212"/>
                  </a:lnTo>
                  <a:lnTo>
                    <a:pt x="5001148" y="256698"/>
                  </a:lnTo>
                  <a:lnTo>
                    <a:pt x="4968638" y="225798"/>
                  </a:lnTo>
                  <a:lnTo>
                    <a:pt x="4934581" y="196577"/>
                  </a:lnTo>
                  <a:lnTo>
                    <a:pt x="4899044" y="169103"/>
                  </a:lnTo>
                  <a:lnTo>
                    <a:pt x="4862094" y="143442"/>
                  </a:lnTo>
                  <a:lnTo>
                    <a:pt x="4823798" y="119662"/>
                  </a:lnTo>
                  <a:lnTo>
                    <a:pt x="4784223" y="97829"/>
                  </a:lnTo>
                  <a:lnTo>
                    <a:pt x="4743435" y="78010"/>
                  </a:lnTo>
                  <a:lnTo>
                    <a:pt x="4701502" y="60273"/>
                  </a:lnTo>
                  <a:lnTo>
                    <a:pt x="4658490" y="44683"/>
                  </a:lnTo>
                  <a:lnTo>
                    <a:pt x="4614465" y="31309"/>
                  </a:lnTo>
                  <a:lnTo>
                    <a:pt x="4569495" y="20216"/>
                  </a:lnTo>
                  <a:lnTo>
                    <a:pt x="4523647" y="11471"/>
                  </a:lnTo>
                  <a:lnTo>
                    <a:pt x="4476987" y="5143"/>
                  </a:lnTo>
                  <a:lnTo>
                    <a:pt x="4429582" y="1296"/>
                  </a:lnTo>
                  <a:lnTo>
                    <a:pt x="4381500" y="0"/>
                  </a:lnTo>
                  <a:close/>
                </a:path>
              </a:pathLst>
            </a:custGeom>
            <a:solidFill>
              <a:srgbClr val="C5D9F0"/>
            </a:solidFill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4" name="object 8">
              <a:extLst>
                <a:ext uri="{FF2B5EF4-FFF2-40B4-BE49-F238E27FC236}">
                  <a16:creationId xmlns:a16="http://schemas.microsoft.com/office/drawing/2014/main" id="{9D296BF1-B2B1-01D1-7E24-8073333BAC7B}"/>
                </a:ext>
              </a:extLst>
            </p:cNvPr>
            <p:cNvSpPr/>
            <p:nvPr/>
          </p:nvSpPr>
          <p:spPr>
            <a:xfrm>
              <a:off x="579119" y="2785364"/>
              <a:ext cx="5257800" cy="6527800"/>
            </a:xfrm>
            <a:custGeom>
              <a:avLst/>
              <a:gdLst/>
              <a:ahLst/>
              <a:cxnLst/>
              <a:rect l="l" t="t" r="r" b="b"/>
              <a:pathLst>
                <a:path w="5257800" h="6527800">
                  <a:moveTo>
                    <a:pt x="0" y="876300"/>
                  </a:moveTo>
                  <a:lnTo>
                    <a:pt x="1296" y="828228"/>
                  </a:lnTo>
                  <a:lnTo>
                    <a:pt x="5142" y="780834"/>
                  </a:lnTo>
                  <a:lnTo>
                    <a:pt x="11469" y="734183"/>
                  </a:lnTo>
                  <a:lnTo>
                    <a:pt x="20212" y="688342"/>
                  </a:lnTo>
                  <a:lnTo>
                    <a:pt x="31302" y="643378"/>
                  </a:lnTo>
                  <a:lnTo>
                    <a:pt x="44675" y="599358"/>
                  </a:lnTo>
                  <a:lnTo>
                    <a:pt x="60262" y="556349"/>
                  </a:lnTo>
                  <a:lnTo>
                    <a:pt x="77996" y="514418"/>
                  </a:lnTo>
                  <a:lnTo>
                    <a:pt x="97812" y="473632"/>
                  </a:lnTo>
                  <a:lnTo>
                    <a:pt x="119642" y="434057"/>
                  </a:lnTo>
                  <a:lnTo>
                    <a:pt x="143419" y="395761"/>
                  </a:lnTo>
                  <a:lnTo>
                    <a:pt x="169077" y="358810"/>
                  </a:lnTo>
                  <a:lnTo>
                    <a:pt x="196548" y="323271"/>
                  </a:lnTo>
                  <a:lnTo>
                    <a:pt x="225767" y="289212"/>
                  </a:lnTo>
                  <a:lnTo>
                    <a:pt x="256665" y="256698"/>
                  </a:lnTo>
                  <a:lnTo>
                    <a:pt x="289176" y="225798"/>
                  </a:lnTo>
                  <a:lnTo>
                    <a:pt x="323234" y="196577"/>
                  </a:lnTo>
                  <a:lnTo>
                    <a:pt x="358772" y="169103"/>
                  </a:lnTo>
                  <a:lnTo>
                    <a:pt x="395722" y="143442"/>
                  </a:lnTo>
                  <a:lnTo>
                    <a:pt x="434018" y="119662"/>
                  </a:lnTo>
                  <a:lnTo>
                    <a:pt x="473593" y="97829"/>
                  </a:lnTo>
                  <a:lnTo>
                    <a:pt x="514380" y="78010"/>
                  </a:lnTo>
                  <a:lnTo>
                    <a:pt x="556313" y="60273"/>
                  </a:lnTo>
                  <a:lnTo>
                    <a:pt x="599324" y="44683"/>
                  </a:lnTo>
                  <a:lnTo>
                    <a:pt x="643347" y="31309"/>
                  </a:lnTo>
                  <a:lnTo>
                    <a:pt x="688315" y="20216"/>
                  </a:lnTo>
                  <a:lnTo>
                    <a:pt x="734161" y="11471"/>
                  </a:lnTo>
                  <a:lnTo>
                    <a:pt x="780818" y="5143"/>
                  </a:lnTo>
                  <a:lnTo>
                    <a:pt x="828220" y="1296"/>
                  </a:lnTo>
                  <a:lnTo>
                    <a:pt x="876300" y="0"/>
                  </a:lnTo>
                  <a:lnTo>
                    <a:pt x="4381500" y="0"/>
                  </a:lnTo>
                  <a:lnTo>
                    <a:pt x="4429582" y="1296"/>
                  </a:lnTo>
                  <a:lnTo>
                    <a:pt x="4476987" y="5143"/>
                  </a:lnTo>
                  <a:lnTo>
                    <a:pt x="4523647" y="11471"/>
                  </a:lnTo>
                  <a:lnTo>
                    <a:pt x="4569495" y="20216"/>
                  </a:lnTo>
                  <a:lnTo>
                    <a:pt x="4614465" y="31309"/>
                  </a:lnTo>
                  <a:lnTo>
                    <a:pt x="4658490" y="44683"/>
                  </a:lnTo>
                  <a:lnTo>
                    <a:pt x="4701502" y="60273"/>
                  </a:lnTo>
                  <a:lnTo>
                    <a:pt x="4743435" y="78010"/>
                  </a:lnTo>
                  <a:lnTo>
                    <a:pt x="4784223" y="97829"/>
                  </a:lnTo>
                  <a:lnTo>
                    <a:pt x="4823798" y="119662"/>
                  </a:lnTo>
                  <a:lnTo>
                    <a:pt x="4862094" y="143442"/>
                  </a:lnTo>
                  <a:lnTo>
                    <a:pt x="4899044" y="169103"/>
                  </a:lnTo>
                  <a:lnTo>
                    <a:pt x="4934581" y="196577"/>
                  </a:lnTo>
                  <a:lnTo>
                    <a:pt x="4968638" y="225798"/>
                  </a:lnTo>
                  <a:lnTo>
                    <a:pt x="5001148" y="256698"/>
                  </a:lnTo>
                  <a:lnTo>
                    <a:pt x="5032046" y="289212"/>
                  </a:lnTo>
                  <a:lnTo>
                    <a:pt x="5061263" y="323271"/>
                  </a:lnTo>
                  <a:lnTo>
                    <a:pt x="5088733" y="358810"/>
                  </a:lnTo>
                  <a:lnTo>
                    <a:pt x="5114390" y="395761"/>
                  </a:lnTo>
                  <a:lnTo>
                    <a:pt x="5138166" y="434057"/>
                  </a:lnTo>
                  <a:lnTo>
                    <a:pt x="5159994" y="473632"/>
                  </a:lnTo>
                  <a:lnTo>
                    <a:pt x="5179809" y="514418"/>
                  </a:lnTo>
                  <a:lnTo>
                    <a:pt x="5197542" y="556349"/>
                  </a:lnTo>
                  <a:lnTo>
                    <a:pt x="5213128" y="599358"/>
                  </a:lnTo>
                  <a:lnTo>
                    <a:pt x="5226499" y="643378"/>
                  </a:lnTo>
                  <a:lnTo>
                    <a:pt x="5237589" y="688342"/>
                  </a:lnTo>
                  <a:lnTo>
                    <a:pt x="5246331" y="734183"/>
                  </a:lnTo>
                  <a:lnTo>
                    <a:pt x="5252658" y="780834"/>
                  </a:lnTo>
                  <a:lnTo>
                    <a:pt x="5256503" y="828228"/>
                  </a:lnTo>
                  <a:lnTo>
                    <a:pt x="5257800" y="876300"/>
                  </a:lnTo>
                  <a:lnTo>
                    <a:pt x="5257800" y="5650991"/>
                  </a:lnTo>
                  <a:lnTo>
                    <a:pt x="5256503" y="5699074"/>
                  </a:lnTo>
                  <a:lnTo>
                    <a:pt x="5252658" y="5746479"/>
                  </a:lnTo>
                  <a:lnTo>
                    <a:pt x="5246331" y="5793138"/>
                  </a:lnTo>
                  <a:lnTo>
                    <a:pt x="5237589" y="5838986"/>
                  </a:lnTo>
                  <a:lnTo>
                    <a:pt x="5226499" y="5883955"/>
                  </a:lnTo>
                  <a:lnTo>
                    <a:pt x="5213128" y="5927979"/>
                  </a:lnTo>
                  <a:lnTo>
                    <a:pt x="5197542" y="5970990"/>
                  </a:lnTo>
                  <a:lnTo>
                    <a:pt x="5179809" y="6012923"/>
                  </a:lnTo>
                  <a:lnTo>
                    <a:pt x="5159994" y="6053709"/>
                  </a:lnTo>
                  <a:lnTo>
                    <a:pt x="5138165" y="6093284"/>
                  </a:lnTo>
                  <a:lnTo>
                    <a:pt x="5114390" y="6131578"/>
                  </a:lnTo>
                  <a:lnTo>
                    <a:pt x="5088733" y="6168527"/>
                  </a:lnTo>
                  <a:lnTo>
                    <a:pt x="5061263" y="6204062"/>
                  </a:lnTo>
                  <a:lnTo>
                    <a:pt x="5032046" y="6238118"/>
                  </a:lnTo>
                  <a:lnTo>
                    <a:pt x="5001148" y="6270628"/>
                  </a:lnTo>
                  <a:lnTo>
                    <a:pt x="4968638" y="6301524"/>
                  </a:lnTo>
                  <a:lnTo>
                    <a:pt x="4934581" y="6330740"/>
                  </a:lnTo>
                  <a:lnTo>
                    <a:pt x="4899044" y="6358209"/>
                  </a:lnTo>
                  <a:lnTo>
                    <a:pt x="4862094" y="6383864"/>
                  </a:lnTo>
                  <a:lnTo>
                    <a:pt x="4823798" y="6407639"/>
                  </a:lnTo>
                  <a:lnTo>
                    <a:pt x="4784223" y="6429466"/>
                  </a:lnTo>
                  <a:lnTo>
                    <a:pt x="4743435" y="6449280"/>
                  </a:lnTo>
                  <a:lnTo>
                    <a:pt x="4701502" y="6467012"/>
                  </a:lnTo>
                  <a:lnTo>
                    <a:pt x="4658490" y="6482597"/>
                  </a:lnTo>
                  <a:lnTo>
                    <a:pt x="4614465" y="6495968"/>
                  </a:lnTo>
                  <a:lnTo>
                    <a:pt x="4569495" y="6507057"/>
                  </a:lnTo>
                  <a:lnTo>
                    <a:pt x="4523647" y="6515798"/>
                  </a:lnTo>
                  <a:lnTo>
                    <a:pt x="4476987" y="6522125"/>
                  </a:lnTo>
                  <a:lnTo>
                    <a:pt x="4429582" y="6525970"/>
                  </a:lnTo>
                  <a:lnTo>
                    <a:pt x="4381500" y="6527266"/>
                  </a:lnTo>
                  <a:lnTo>
                    <a:pt x="876300" y="6527266"/>
                  </a:lnTo>
                  <a:lnTo>
                    <a:pt x="828220" y="6525970"/>
                  </a:lnTo>
                  <a:lnTo>
                    <a:pt x="780818" y="6522125"/>
                  </a:lnTo>
                  <a:lnTo>
                    <a:pt x="734161" y="6515798"/>
                  </a:lnTo>
                  <a:lnTo>
                    <a:pt x="688315" y="6507057"/>
                  </a:lnTo>
                  <a:lnTo>
                    <a:pt x="643347" y="6495968"/>
                  </a:lnTo>
                  <a:lnTo>
                    <a:pt x="599324" y="6482597"/>
                  </a:lnTo>
                  <a:lnTo>
                    <a:pt x="556313" y="6467012"/>
                  </a:lnTo>
                  <a:lnTo>
                    <a:pt x="514380" y="6449280"/>
                  </a:lnTo>
                  <a:lnTo>
                    <a:pt x="473593" y="6429466"/>
                  </a:lnTo>
                  <a:lnTo>
                    <a:pt x="434018" y="6407639"/>
                  </a:lnTo>
                  <a:lnTo>
                    <a:pt x="395722" y="6383864"/>
                  </a:lnTo>
                  <a:lnTo>
                    <a:pt x="358772" y="6358209"/>
                  </a:lnTo>
                  <a:lnTo>
                    <a:pt x="323234" y="6330740"/>
                  </a:lnTo>
                  <a:lnTo>
                    <a:pt x="289176" y="6301524"/>
                  </a:lnTo>
                  <a:lnTo>
                    <a:pt x="256665" y="6270628"/>
                  </a:lnTo>
                  <a:lnTo>
                    <a:pt x="225767" y="6238118"/>
                  </a:lnTo>
                  <a:lnTo>
                    <a:pt x="196548" y="6204062"/>
                  </a:lnTo>
                  <a:lnTo>
                    <a:pt x="169077" y="6168527"/>
                  </a:lnTo>
                  <a:lnTo>
                    <a:pt x="143419" y="6131578"/>
                  </a:lnTo>
                  <a:lnTo>
                    <a:pt x="119642" y="6093284"/>
                  </a:lnTo>
                  <a:lnTo>
                    <a:pt x="97812" y="6053709"/>
                  </a:lnTo>
                  <a:lnTo>
                    <a:pt x="77996" y="6012923"/>
                  </a:lnTo>
                  <a:lnTo>
                    <a:pt x="60262" y="5970990"/>
                  </a:lnTo>
                  <a:lnTo>
                    <a:pt x="44675" y="5927979"/>
                  </a:lnTo>
                  <a:lnTo>
                    <a:pt x="31302" y="5883955"/>
                  </a:lnTo>
                  <a:lnTo>
                    <a:pt x="20212" y="5838986"/>
                  </a:lnTo>
                  <a:lnTo>
                    <a:pt x="11469" y="5793138"/>
                  </a:lnTo>
                  <a:lnTo>
                    <a:pt x="5142" y="5746479"/>
                  </a:lnTo>
                  <a:lnTo>
                    <a:pt x="1296" y="5699074"/>
                  </a:lnTo>
                  <a:lnTo>
                    <a:pt x="0" y="5650991"/>
                  </a:lnTo>
                  <a:lnTo>
                    <a:pt x="0" y="8763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5" name="object 9">
              <a:extLst>
                <a:ext uri="{FF2B5EF4-FFF2-40B4-BE49-F238E27FC236}">
                  <a16:creationId xmlns:a16="http://schemas.microsoft.com/office/drawing/2014/main" id="{47FABACA-8451-4C69-B33C-7F10A5E1606D}"/>
                </a:ext>
              </a:extLst>
            </p:cNvPr>
            <p:cNvSpPr/>
            <p:nvPr/>
          </p:nvSpPr>
          <p:spPr>
            <a:xfrm>
              <a:off x="579119" y="2075688"/>
              <a:ext cx="5257800" cy="1287145"/>
            </a:xfrm>
            <a:custGeom>
              <a:avLst/>
              <a:gdLst/>
              <a:ahLst/>
              <a:cxnLst/>
              <a:rect l="l" t="t" r="r" b="b"/>
              <a:pathLst>
                <a:path w="5257800" h="1287145">
                  <a:moveTo>
                    <a:pt x="5043296" y="0"/>
                  </a:moveTo>
                  <a:lnTo>
                    <a:pt x="214528" y="0"/>
                  </a:lnTo>
                  <a:lnTo>
                    <a:pt x="165339" y="5663"/>
                  </a:lnTo>
                  <a:lnTo>
                    <a:pt x="120185" y="21798"/>
                  </a:lnTo>
                  <a:lnTo>
                    <a:pt x="80352" y="47116"/>
                  </a:lnTo>
                  <a:lnTo>
                    <a:pt x="47130" y="80332"/>
                  </a:lnTo>
                  <a:lnTo>
                    <a:pt x="21805" y="120159"/>
                  </a:lnTo>
                  <a:lnTo>
                    <a:pt x="5665" y="165311"/>
                  </a:lnTo>
                  <a:lnTo>
                    <a:pt x="0" y="214502"/>
                  </a:lnTo>
                  <a:lnTo>
                    <a:pt x="0" y="1072641"/>
                  </a:lnTo>
                  <a:lnTo>
                    <a:pt x="5665" y="1121833"/>
                  </a:lnTo>
                  <a:lnTo>
                    <a:pt x="21805" y="1166985"/>
                  </a:lnTo>
                  <a:lnTo>
                    <a:pt x="47130" y="1206812"/>
                  </a:lnTo>
                  <a:lnTo>
                    <a:pt x="80352" y="1240028"/>
                  </a:lnTo>
                  <a:lnTo>
                    <a:pt x="120185" y="1265346"/>
                  </a:lnTo>
                  <a:lnTo>
                    <a:pt x="165339" y="1281481"/>
                  </a:lnTo>
                  <a:lnTo>
                    <a:pt x="214528" y="1287144"/>
                  </a:lnTo>
                  <a:lnTo>
                    <a:pt x="5043296" y="1287144"/>
                  </a:lnTo>
                  <a:lnTo>
                    <a:pt x="5092488" y="1281481"/>
                  </a:lnTo>
                  <a:lnTo>
                    <a:pt x="5137640" y="1265346"/>
                  </a:lnTo>
                  <a:lnTo>
                    <a:pt x="5177467" y="1240028"/>
                  </a:lnTo>
                  <a:lnTo>
                    <a:pt x="5210683" y="1206812"/>
                  </a:lnTo>
                  <a:lnTo>
                    <a:pt x="5236001" y="1166985"/>
                  </a:lnTo>
                  <a:lnTo>
                    <a:pt x="5252136" y="1121833"/>
                  </a:lnTo>
                  <a:lnTo>
                    <a:pt x="5257800" y="1072641"/>
                  </a:lnTo>
                  <a:lnTo>
                    <a:pt x="5257800" y="214502"/>
                  </a:lnTo>
                  <a:lnTo>
                    <a:pt x="5252136" y="165311"/>
                  </a:lnTo>
                  <a:lnTo>
                    <a:pt x="5236001" y="120159"/>
                  </a:lnTo>
                  <a:lnTo>
                    <a:pt x="5210683" y="80332"/>
                  </a:lnTo>
                  <a:lnTo>
                    <a:pt x="5177467" y="47116"/>
                  </a:lnTo>
                  <a:lnTo>
                    <a:pt x="5137640" y="21798"/>
                  </a:lnTo>
                  <a:lnTo>
                    <a:pt x="5092488" y="5663"/>
                  </a:lnTo>
                  <a:lnTo>
                    <a:pt x="5043296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6" name="object 10">
              <a:extLst>
                <a:ext uri="{FF2B5EF4-FFF2-40B4-BE49-F238E27FC236}">
                  <a16:creationId xmlns:a16="http://schemas.microsoft.com/office/drawing/2014/main" id="{85AA9314-4AF2-ABA6-48B8-0272757F2D0B}"/>
                </a:ext>
              </a:extLst>
            </p:cNvPr>
            <p:cNvSpPr/>
            <p:nvPr/>
          </p:nvSpPr>
          <p:spPr>
            <a:xfrm>
              <a:off x="579119" y="2075688"/>
              <a:ext cx="5257800" cy="1287145"/>
            </a:xfrm>
            <a:custGeom>
              <a:avLst/>
              <a:gdLst/>
              <a:ahLst/>
              <a:cxnLst/>
              <a:rect l="l" t="t" r="r" b="b"/>
              <a:pathLst>
                <a:path w="5257800" h="1287145">
                  <a:moveTo>
                    <a:pt x="0" y="214502"/>
                  </a:moveTo>
                  <a:lnTo>
                    <a:pt x="5665" y="165311"/>
                  </a:lnTo>
                  <a:lnTo>
                    <a:pt x="21805" y="120159"/>
                  </a:lnTo>
                  <a:lnTo>
                    <a:pt x="47130" y="80332"/>
                  </a:lnTo>
                  <a:lnTo>
                    <a:pt x="80352" y="47116"/>
                  </a:lnTo>
                  <a:lnTo>
                    <a:pt x="120185" y="21798"/>
                  </a:lnTo>
                  <a:lnTo>
                    <a:pt x="165339" y="5663"/>
                  </a:lnTo>
                  <a:lnTo>
                    <a:pt x="214528" y="0"/>
                  </a:lnTo>
                  <a:lnTo>
                    <a:pt x="5043296" y="0"/>
                  </a:lnTo>
                  <a:lnTo>
                    <a:pt x="5092488" y="5663"/>
                  </a:lnTo>
                  <a:lnTo>
                    <a:pt x="5137640" y="21798"/>
                  </a:lnTo>
                  <a:lnTo>
                    <a:pt x="5177467" y="47116"/>
                  </a:lnTo>
                  <a:lnTo>
                    <a:pt x="5210683" y="80332"/>
                  </a:lnTo>
                  <a:lnTo>
                    <a:pt x="5236001" y="120159"/>
                  </a:lnTo>
                  <a:lnTo>
                    <a:pt x="5252136" y="165311"/>
                  </a:lnTo>
                  <a:lnTo>
                    <a:pt x="5257800" y="214502"/>
                  </a:lnTo>
                  <a:lnTo>
                    <a:pt x="5257800" y="1072641"/>
                  </a:lnTo>
                  <a:lnTo>
                    <a:pt x="5252136" y="1121833"/>
                  </a:lnTo>
                  <a:lnTo>
                    <a:pt x="5236001" y="1166985"/>
                  </a:lnTo>
                  <a:lnTo>
                    <a:pt x="5210683" y="1206812"/>
                  </a:lnTo>
                  <a:lnTo>
                    <a:pt x="5177467" y="1240028"/>
                  </a:lnTo>
                  <a:lnTo>
                    <a:pt x="5137640" y="1265346"/>
                  </a:lnTo>
                  <a:lnTo>
                    <a:pt x="5092488" y="1281481"/>
                  </a:lnTo>
                  <a:lnTo>
                    <a:pt x="5043296" y="1287144"/>
                  </a:lnTo>
                  <a:lnTo>
                    <a:pt x="214528" y="1287144"/>
                  </a:lnTo>
                  <a:lnTo>
                    <a:pt x="165339" y="1281481"/>
                  </a:lnTo>
                  <a:lnTo>
                    <a:pt x="120185" y="1265346"/>
                  </a:lnTo>
                  <a:lnTo>
                    <a:pt x="80352" y="1240028"/>
                  </a:lnTo>
                  <a:lnTo>
                    <a:pt x="47130" y="1206812"/>
                  </a:lnTo>
                  <a:lnTo>
                    <a:pt x="21805" y="1166985"/>
                  </a:lnTo>
                  <a:lnTo>
                    <a:pt x="5665" y="1121833"/>
                  </a:lnTo>
                  <a:lnTo>
                    <a:pt x="0" y="1072641"/>
                  </a:lnTo>
                  <a:lnTo>
                    <a:pt x="0" y="214502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4" name="object 6">
            <a:extLst>
              <a:ext uri="{FF2B5EF4-FFF2-40B4-BE49-F238E27FC236}">
                <a16:creationId xmlns:a16="http://schemas.microsoft.com/office/drawing/2014/main" id="{74E62654-2EB2-2156-AAE6-CC57E67E9000}"/>
              </a:ext>
            </a:extLst>
          </p:cNvPr>
          <p:cNvGrpSpPr/>
          <p:nvPr/>
        </p:nvGrpSpPr>
        <p:grpSpPr>
          <a:xfrm>
            <a:off x="6235023" y="1634719"/>
            <a:ext cx="5756799" cy="8284009"/>
            <a:chOff x="566419" y="2062988"/>
            <a:chExt cx="5283200" cy="7262495"/>
          </a:xfrm>
        </p:grpSpPr>
        <p:sp>
          <p:nvSpPr>
            <p:cNvPr id="325" name="object 7">
              <a:extLst>
                <a:ext uri="{FF2B5EF4-FFF2-40B4-BE49-F238E27FC236}">
                  <a16:creationId xmlns:a16="http://schemas.microsoft.com/office/drawing/2014/main" id="{5B8F324E-7AF7-109E-AC4D-02399DC9AF68}"/>
                </a:ext>
              </a:extLst>
            </p:cNvPr>
            <p:cNvSpPr/>
            <p:nvPr/>
          </p:nvSpPr>
          <p:spPr>
            <a:xfrm>
              <a:off x="579119" y="2785364"/>
              <a:ext cx="5257800" cy="6527800"/>
            </a:xfrm>
            <a:custGeom>
              <a:avLst/>
              <a:gdLst/>
              <a:ahLst/>
              <a:cxnLst/>
              <a:rect l="l" t="t" r="r" b="b"/>
              <a:pathLst>
                <a:path w="5257800" h="6527800">
                  <a:moveTo>
                    <a:pt x="4381500" y="0"/>
                  </a:moveTo>
                  <a:lnTo>
                    <a:pt x="876300" y="0"/>
                  </a:lnTo>
                  <a:lnTo>
                    <a:pt x="828220" y="1296"/>
                  </a:lnTo>
                  <a:lnTo>
                    <a:pt x="780818" y="5143"/>
                  </a:lnTo>
                  <a:lnTo>
                    <a:pt x="734161" y="11471"/>
                  </a:lnTo>
                  <a:lnTo>
                    <a:pt x="688315" y="20216"/>
                  </a:lnTo>
                  <a:lnTo>
                    <a:pt x="643347" y="31309"/>
                  </a:lnTo>
                  <a:lnTo>
                    <a:pt x="599324" y="44683"/>
                  </a:lnTo>
                  <a:lnTo>
                    <a:pt x="556313" y="60273"/>
                  </a:lnTo>
                  <a:lnTo>
                    <a:pt x="514380" y="78010"/>
                  </a:lnTo>
                  <a:lnTo>
                    <a:pt x="473593" y="97829"/>
                  </a:lnTo>
                  <a:lnTo>
                    <a:pt x="434018" y="119662"/>
                  </a:lnTo>
                  <a:lnTo>
                    <a:pt x="395722" y="143442"/>
                  </a:lnTo>
                  <a:lnTo>
                    <a:pt x="358772" y="169103"/>
                  </a:lnTo>
                  <a:lnTo>
                    <a:pt x="323234" y="196577"/>
                  </a:lnTo>
                  <a:lnTo>
                    <a:pt x="289176" y="225798"/>
                  </a:lnTo>
                  <a:lnTo>
                    <a:pt x="256665" y="256698"/>
                  </a:lnTo>
                  <a:lnTo>
                    <a:pt x="225767" y="289212"/>
                  </a:lnTo>
                  <a:lnTo>
                    <a:pt x="196548" y="323271"/>
                  </a:lnTo>
                  <a:lnTo>
                    <a:pt x="169077" y="358810"/>
                  </a:lnTo>
                  <a:lnTo>
                    <a:pt x="143419" y="395761"/>
                  </a:lnTo>
                  <a:lnTo>
                    <a:pt x="119642" y="434057"/>
                  </a:lnTo>
                  <a:lnTo>
                    <a:pt x="97812" y="473632"/>
                  </a:lnTo>
                  <a:lnTo>
                    <a:pt x="77996" y="514418"/>
                  </a:lnTo>
                  <a:lnTo>
                    <a:pt x="60262" y="556349"/>
                  </a:lnTo>
                  <a:lnTo>
                    <a:pt x="44675" y="599358"/>
                  </a:lnTo>
                  <a:lnTo>
                    <a:pt x="31302" y="643378"/>
                  </a:lnTo>
                  <a:lnTo>
                    <a:pt x="20212" y="688342"/>
                  </a:lnTo>
                  <a:lnTo>
                    <a:pt x="11469" y="734183"/>
                  </a:lnTo>
                  <a:lnTo>
                    <a:pt x="5142" y="780834"/>
                  </a:lnTo>
                  <a:lnTo>
                    <a:pt x="1296" y="828228"/>
                  </a:lnTo>
                  <a:lnTo>
                    <a:pt x="0" y="876300"/>
                  </a:lnTo>
                  <a:lnTo>
                    <a:pt x="0" y="5650991"/>
                  </a:lnTo>
                  <a:lnTo>
                    <a:pt x="1296" y="5699074"/>
                  </a:lnTo>
                  <a:lnTo>
                    <a:pt x="5142" y="5746479"/>
                  </a:lnTo>
                  <a:lnTo>
                    <a:pt x="11469" y="5793138"/>
                  </a:lnTo>
                  <a:lnTo>
                    <a:pt x="20212" y="5838986"/>
                  </a:lnTo>
                  <a:lnTo>
                    <a:pt x="31302" y="5883955"/>
                  </a:lnTo>
                  <a:lnTo>
                    <a:pt x="44675" y="5927979"/>
                  </a:lnTo>
                  <a:lnTo>
                    <a:pt x="60262" y="5970990"/>
                  </a:lnTo>
                  <a:lnTo>
                    <a:pt x="77996" y="6012923"/>
                  </a:lnTo>
                  <a:lnTo>
                    <a:pt x="97812" y="6053709"/>
                  </a:lnTo>
                  <a:lnTo>
                    <a:pt x="119642" y="6093284"/>
                  </a:lnTo>
                  <a:lnTo>
                    <a:pt x="143419" y="6131578"/>
                  </a:lnTo>
                  <a:lnTo>
                    <a:pt x="169077" y="6168527"/>
                  </a:lnTo>
                  <a:lnTo>
                    <a:pt x="196548" y="6204062"/>
                  </a:lnTo>
                  <a:lnTo>
                    <a:pt x="225767" y="6238118"/>
                  </a:lnTo>
                  <a:lnTo>
                    <a:pt x="256665" y="6270628"/>
                  </a:lnTo>
                  <a:lnTo>
                    <a:pt x="289176" y="6301524"/>
                  </a:lnTo>
                  <a:lnTo>
                    <a:pt x="323234" y="6330740"/>
                  </a:lnTo>
                  <a:lnTo>
                    <a:pt x="358772" y="6358209"/>
                  </a:lnTo>
                  <a:lnTo>
                    <a:pt x="395722" y="6383864"/>
                  </a:lnTo>
                  <a:lnTo>
                    <a:pt x="434018" y="6407639"/>
                  </a:lnTo>
                  <a:lnTo>
                    <a:pt x="473593" y="6429466"/>
                  </a:lnTo>
                  <a:lnTo>
                    <a:pt x="514380" y="6449280"/>
                  </a:lnTo>
                  <a:lnTo>
                    <a:pt x="556313" y="6467012"/>
                  </a:lnTo>
                  <a:lnTo>
                    <a:pt x="599324" y="6482597"/>
                  </a:lnTo>
                  <a:lnTo>
                    <a:pt x="643347" y="6495968"/>
                  </a:lnTo>
                  <a:lnTo>
                    <a:pt x="688315" y="6507057"/>
                  </a:lnTo>
                  <a:lnTo>
                    <a:pt x="734161" y="6515798"/>
                  </a:lnTo>
                  <a:lnTo>
                    <a:pt x="780818" y="6522125"/>
                  </a:lnTo>
                  <a:lnTo>
                    <a:pt x="828220" y="6525970"/>
                  </a:lnTo>
                  <a:lnTo>
                    <a:pt x="876300" y="6527266"/>
                  </a:lnTo>
                  <a:lnTo>
                    <a:pt x="4381500" y="6527266"/>
                  </a:lnTo>
                  <a:lnTo>
                    <a:pt x="4429582" y="6525970"/>
                  </a:lnTo>
                  <a:lnTo>
                    <a:pt x="4476987" y="6522125"/>
                  </a:lnTo>
                  <a:lnTo>
                    <a:pt x="4523647" y="6515798"/>
                  </a:lnTo>
                  <a:lnTo>
                    <a:pt x="4569495" y="6507057"/>
                  </a:lnTo>
                  <a:lnTo>
                    <a:pt x="4614465" y="6495968"/>
                  </a:lnTo>
                  <a:lnTo>
                    <a:pt x="4658490" y="6482597"/>
                  </a:lnTo>
                  <a:lnTo>
                    <a:pt x="4701502" y="6467012"/>
                  </a:lnTo>
                  <a:lnTo>
                    <a:pt x="4743435" y="6449280"/>
                  </a:lnTo>
                  <a:lnTo>
                    <a:pt x="4784223" y="6429466"/>
                  </a:lnTo>
                  <a:lnTo>
                    <a:pt x="4823798" y="6407639"/>
                  </a:lnTo>
                  <a:lnTo>
                    <a:pt x="4862094" y="6383864"/>
                  </a:lnTo>
                  <a:lnTo>
                    <a:pt x="4899044" y="6358209"/>
                  </a:lnTo>
                  <a:lnTo>
                    <a:pt x="4934581" y="6330740"/>
                  </a:lnTo>
                  <a:lnTo>
                    <a:pt x="4968638" y="6301524"/>
                  </a:lnTo>
                  <a:lnTo>
                    <a:pt x="5001148" y="6270628"/>
                  </a:lnTo>
                  <a:lnTo>
                    <a:pt x="5032046" y="6238118"/>
                  </a:lnTo>
                  <a:lnTo>
                    <a:pt x="5061263" y="6204062"/>
                  </a:lnTo>
                  <a:lnTo>
                    <a:pt x="5088733" y="6168527"/>
                  </a:lnTo>
                  <a:lnTo>
                    <a:pt x="5114390" y="6131578"/>
                  </a:lnTo>
                  <a:lnTo>
                    <a:pt x="5138165" y="6093284"/>
                  </a:lnTo>
                  <a:lnTo>
                    <a:pt x="5159994" y="6053709"/>
                  </a:lnTo>
                  <a:lnTo>
                    <a:pt x="5179809" y="6012923"/>
                  </a:lnTo>
                  <a:lnTo>
                    <a:pt x="5197542" y="5970990"/>
                  </a:lnTo>
                  <a:lnTo>
                    <a:pt x="5213128" y="5927979"/>
                  </a:lnTo>
                  <a:lnTo>
                    <a:pt x="5226499" y="5883955"/>
                  </a:lnTo>
                  <a:lnTo>
                    <a:pt x="5237589" y="5838986"/>
                  </a:lnTo>
                  <a:lnTo>
                    <a:pt x="5246331" y="5793138"/>
                  </a:lnTo>
                  <a:lnTo>
                    <a:pt x="5252658" y="5746479"/>
                  </a:lnTo>
                  <a:lnTo>
                    <a:pt x="5256503" y="5699074"/>
                  </a:lnTo>
                  <a:lnTo>
                    <a:pt x="5257800" y="5650991"/>
                  </a:lnTo>
                  <a:lnTo>
                    <a:pt x="5257800" y="876300"/>
                  </a:lnTo>
                  <a:lnTo>
                    <a:pt x="5256503" y="828228"/>
                  </a:lnTo>
                  <a:lnTo>
                    <a:pt x="5252658" y="780834"/>
                  </a:lnTo>
                  <a:lnTo>
                    <a:pt x="5246331" y="734183"/>
                  </a:lnTo>
                  <a:lnTo>
                    <a:pt x="5237589" y="688342"/>
                  </a:lnTo>
                  <a:lnTo>
                    <a:pt x="5226499" y="643378"/>
                  </a:lnTo>
                  <a:lnTo>
                    <a:pt x="5213128" y="599358"/>
                  </a:lnTo>
                  <a:lnTo>
                    <a:pt x="5197542" y="556349"/>
                  </a:lnTo>
                  <a:lnTo>
                    <a:pt x="5179809" y="514418"/>
                  </a:lnTo>
                  <a:lnTo>
                    <a:pt x="5159994" y="473632"/>
                  </a:lnTo>
                  <a:lnTo>
                    <a:pt x="5138166" y="434057"/>
                  </a:lnTo>
                  <a:lnTo>
                    <a:pt x="5114390" y="395761"/>
                  </a:lnTo>
                  <a:lnTo>
                    <a:pt x="5088733" y="358810"/>
                  </a:lnTo>
                  <a:lnTo>
                    <a:pt x="5061263" y="323271"/>
                  </a:lnTo>
                  <a:lnTo>
                    <a:pt x="5032046" y="289212"/>
                  </a:lnTo>
                  <a:lnTo>
                    <a:pt x="5001148" y="256698"/>
                  </a:lnTo>
                  <a:lnTo>
                    <a:pt x="4968638" y="225798"/>
                  </a:lnTo>
                  <a:lnTo>
                    <a:pt x="4934581" y="196577"/>
                  </a:lnTo>
                  <a:lnTo>
                    <a:pt x="4899044" y="169103"/>
                  </a:lnTo>
                  <a:lnTo>
                    <a:pt x="4862094" y="143442"/>
                  </a:lnTo>
                  <a:lnTo>
                    <a:pt x="4823798" y="119662"/>
                  </a:lnTo>
                  <a:lnTo>
                    <a:pt x="4784223" y="97829"/>
                  </a:lnTo>
                  <a:lnTo>
                    <a:pt x="4743435" y="78010"/>
                  </a:lnTo>
                  <a:lnTo>
                    <a:pt x="4701502" y="60273"/>
                  </a:lnTo>
                  <a:lnTo>
                    <a:pt x="4658490" y="44683"/>
                  </a:lnTo>
                  <a:lnTo>
                    <a:pt x="4614465" y="31309"/>
                  </a:lnTo>
                  <a:lnTo>
                    <a:pt x="4569495" y="20216"/>
                  </a:lnTo>
                  <a:lnTo>
                    <a:pt x="4523647" y="11471"/>
                  </a:lnTo>
                  <a:lnTo>
                    <a:pt x="4476987" y="5143"/>
                  </a:lnTo>
                  <a:lnTo>
                    <a:pt x="4429582" y="1296"/>
                  </a:lnTo>
                  <a:lnTo>
                    <a:pt x="4381500" y="0"/>
                  </a:lnTo>
                  <a:close/>
                </a:path>
              </a:pathLst>
            </a:custGeom>
            <a:solidFill>
              <a:srgbClr val="C5D9F0"/>
            </a:solidFill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6" name="object 8">
              <a:extLst>
                <a:ext uri="{FF2B5EF4-FFF2-40B4-BE49-F238E27FC236}">
                  <a16:creationId xmlns:a16="http://schemas.microsoft.com/office/drawing/2014/main" id="{FFD572F5-E45D-1E27-4EE9-660F8287CAD7}"/>
                </a:ext>
              </a:extLst>
            </p:cNvPr>
            <p:cNvSpPr/>
            <p:nvPr/>
          </p:nvSpPr>
          <p:spPr>
            <a:xfrm>
              <a:off x="579119" y="2785364"/>
              <a:ext cx="5257800" cy="6527800"/>
            </a:xfrm>
            <a:custGeom>
              <a:avLst/>
              <a:gdLst/>
              <a:ahLst/>
              <a:cxnLst/>
              <a:rect l="l" t="t" r="r" b="b"/>
              <a:pathLst>
                <a:path w="5257800" h="6527800">
                  <a:moveTo>
                    <a:pt x="0" y="876300"/>
                  </a:moveTo>
                  <a:lnTo>
                    <a:pt x="1296" y="828228"/>
                  </a:lnTo>
                  <a:lnTo>
                    <a:pt x="5142" y="780834"/>
                  </a:lnTo>
                  <a:lnTo>
                    <a:pt x="11469" y="734183"/>
                  </a:lnTo>
                  <a:lnTo>
                    <a:pt x="20212" y="688342"/>
                  </a:lnTo>
                  <a:lnTo>
                    <a:pt x="31302" y="643378"/>
                  </a:lnTo>
                  <a:lnTo>
                    <a:pt x="44675" y="599358"/>
                  </a:lnTo>
                  <a:lnTo>
                    <a:pt x="60262" y="556349"/>
                  </a:lnTo>
                  <a:lnTo>
                    <a:pt x="77996" y="514418"/>
                  </a:lnTo>
                  <a:lnTo>
                    <a:pt x="97812" y="473632"/>
                  </a:lnTo>
                  <a:lnTo>
                    <a:pt x="119642" y="434057"/>
                  </a:lnTo>
                  <a:lnTo>
                    <a:pt x="143419" y="395761"/>
                  </a:lnTo>
                  <a:lnTo>
                    <a:pt x="169077" y="358810"/>
                  </a:lnTo>
                  <a:lnTo>
                    <a:pt x="196548" y="323271"/>
                  </a:lnTo>
                  <a:lnTo>
                    <a:pt x="225767" y="289212"/>
                  </a:lnTo>
                  <a:lnTo>
                    <a:pt x="256665" y="256698"/>
                  </a:lnTo>
                  <a:lnTo>
                    <a:pt x="289176" y="225798"/>
                  </a:lnTo>
                  <a:lnTo>
                    <a:pt x="323234" y="196577"/>
                  </a:lnTo>
                  <a:lnTo>
                    <a:pt x="358772" y="169103"/>
                  </a:lnTo>
                  <a:lnTo>
                    <a:pt x="395722" y="143442"/>
                  </a:lnTo>
                  <a:lnTo>
                    <a:pt x="434018" y="119662"/>
                  </a:lnTo>
                  <a:lnTo>
                    <a:pt x="473593" y="97829"/>
                  </a:lnTo>
                  <a:lnTo>
                    <a:pt x="514380" y="78010"/>
                  </a:lnTo>
                  <a:lnTo>
                    <a:pt x="556313" y="60273"/>
                  </a:lnTo>
                  <a:lnTo>
                    <a:pt x="599324" y="44683"/>
                  </a:lnTo>
                  <a:lnTo>
                    <a:pt x="643347" y="31309"/>
                  </a:lnTo>
                  <a:lnTo>
                    <a:pt x="688315" y="20216"/>
                  </a:lnTo>
                  <a:lnTo>
                    <a:pt x="734161" y="11471"/>
                  </a:lnTo>
                  <a:lnTo>
                    <a:pt x="780818" y="5143"/>
                  </a:lnTo>
                  <a:lnTo>
                    <a:pt x="828220" y="1296"/>
                  </a:lnTo>
                  <a:lnTo>
                    <a:pt x="876300" y="0"/>
                  </a:lnTo>
                  <a:lnTo>
                    <a:pt x="4381500" y="0"/>
                  </a:lnTo>
                  <a:lnTo>
                    <a:pt x="4429582" y="1296"/>
                  </a:lnTo>
                  <a:lnTo>
                    <a:pt x="4476987" y="5143"/>
                  </a:lnTo>
                  <a:lnTo>
                    <a:pt x="4523647" y="11471"/>
                  </a:lnTo>
                  <a:lnTo>
                    <a:pt x="4569495" y="20216"/>
                  </a:lnTo>
                  <a:lnTo>
                    <a:pt x="4614465" y="31309"/>
                  </a:lnTo>
                  <a:lnTo>
                    <a:pt x="4658490" y="44683"/>
                  </a:lnTo>
                  <a:lnTo>
                    <a:pt x="4701502" y="60273"/>
                  </a:lnTo>
                  <a:lnTo>
                    <a:pt x="4743435" y="78010"/>
                  </a:lnTo>
                  <a:lnTo>
                    <a:pt x="4784223" y="97829"/>
                  </a:lnTo>
                  <a:lnTo>
                    <a:pt x="4823798" y="119662"/>
                  </a:lnTo>
                  <a:lnTo>
                    <a:pt x="4862094" y="143442"/>
                  </a:lnTo>
                  <a:lnTo>
                    <a:pt x="4899044" y="169103"/>
                  </a:lnTo>
                  <a:lnTo>
                    <a:pt x="4934581" y="196577"/>
                  </a:lnTo>
                  <a:lnTo>
                    <a:pt x="4968638" y="225798"/>
                  </a:lnTo>
                  <a:lnTo>
                    <a:pt x="5001148" y="256698"/>
                  </a:lnTo>
                  <a:lnTo>
                    <a:pt x="5032046" y="289212"/>
                  </a:lnTo>
                  <a:lnTo>
                    <a:pt x="5061263" y="323271"/>
                  </a:lnTo>
                  <a:lnTo>
                    <a:pt x="5088733" y="358810"/>
                  </a:lnTo>
                  <a:lnTo>
                    <a:pt x="5114390" y="395761"/>
                  </a:lnTo>
                  <a:lnTo>
                    <a:pt x="5138166" y="434057"/>
                  </a:lnTo>
                  <a:lnTo>
                    <a:pt x="5159994" y="473632"/>
                  </a:lnTo>
                  <a:lnTo>
                    <a:pt x="5179809" y="514418"/>
                  </a:lnTo>
                  <a:lnTo>
                    <a:pt x="5197542" y="556349"/>
                  </a:lnTo>
                  <a:lnTo>
                    <a:pt x="5213128" y="599358"/>
                  </a:lnTo>
                  <a:lnTo>
                    <a:pt x="5226499" y="643378"/>
                  </a:lnTo>
                  <a:lnTo>
                    <a:pt x="5237589" y="688342"/>
                  </a:lnTo>
                  <a:lnTo>
                    <a:pt x="5246331" y="734183"/>
                  </a:lnTo>
                  <a:lnTo>
                    <a:pt x="5252658" y="780834"/>
                  </a:lnTo>
                  <a:lnTo>
                    <a:pt x="5256503" y="828228"/>
                  </a:lnTo>
                  <a:lnTo>
                    <a:pt x="5257800" y="876300"/>
                  </a:lnTo>
                  <a:lnTo>
                    <a:pt x="5257800" y="5650991"/>
                  </a:lnTo>
                  <a:lnTo>
                    <a:pt x="5256503" y="5699074"/>
                  </a:lnTo>
                  <a:lnTo>
                    <a:pt x="5252658" y="5746479"/>
                  </a:lnTo>
                  <a:lnTo>
                    <a:pt x="5246331" y="5793138"/>
                  </a:lnTo>
                  <a:lnTo>
                    <a:pt x="5237589" y="5838986"/>
                  </a:lnTo>
                  <a:lnTo>
                    <a:pt x="5226499" y="5883955"/>
                  </a:lnTo>
                  <a:lnTo>
                    <a:pt x="5213128" y="5927979"/>
                  </a:lnTo>
                  <a:lnTo>
                    <a:pt x="5197542" y="5970990"/>
                  </a:lnTo>
                  <a:lnTo>
                    <a:pt x="5179809" y="6012923"/>
                  </a:lnTo>
                  <a:lnTo>
                    <a:pt x="5159994" y="6053709"/>
                  </a:lnTo>
                  <a:lnTo>
                    <a:pt x="5138165" y="6093284"/>
                  </a:lnTo>
                  <a:lnTo>
                    <a:pt x="5114390" y="6131578"/>
                  </a:lnTo>
                  <a:lnTo>
                    <a:pt x="5088733" y="6168527"/>
                  </a:lnTo>
                  <a:lnTo>
                    <a:pt x="5061263" y="6204062"/>
                  </a:lnTo>
                  <a:lnTo>
                    <a:pt x="5032046" y="6238118"/>
                  </a:lnTo>
                  <a:lnTo>
                    <a:pt x="5001148" y="6270628"/>
                  </a:lnTo>
                  <a:lnTo>
                    <a:pt x="4968638" y="6301524"/>
                  </a:lnTo>
                  <a:lnTo>
                    <a:pt x="4934581" y="6330740"/>
                  </a:lnTo>
                  <a:lnTo>
                    <a:pt x="4899044" y="6358209"/>
                  </a:lnTo>
                  <a:lnTo>
                    <a:pt x="4862094" y="6383864"/>
                  </a:lnTo>
                  <a:lnTo>
                    <a:pt x="4823798" y="6407639"/>
                  </a:lnTo>
                  <a:lnTo>
                    <a:pt x="4784223" y="6429466"/>
                  </a:lnTo>
                  <a:lnTo>
                    <a:pt x="4743435" y="6449280"/>
                  </a:lnTo>
                  <a:lnTo>
                    <a:pt x="4701502" y="6467012"/>
                  </a:lnTo>
                  <a:lnTo>
                    <a:pt x="4658490" y="6482597"/>
                  </a:lnTo>
                  <a:lnTo>
                    <a:pt x="4614465" y="6495968"/>
                  </a:lnTo>
                  <a:lnTo>
                    <a:pt x="4569495" y="6507057"/>
                  </a:lnTo>
                  <a:lnTo>
                    <a:pt x="4523647" y="6515798"/>
                  </a:lnTo>
                  <a:lnTo>
                    <a:pt x="4476987" y="6522125"/>
                  </a:lnTo>
                  <a:lnTo>
                    <a:pt x="4429582" y="6525970"/>
                  </a:lnTo>
                  <a:lnTo>
                    <a:pt x="4381500" y="6527266"/>
                  </a:lnTo>
                  <a:lnTo>
                    <a:pt x="876300" y="6527266"/>
                  </a:lnTo>
                  <a:lnTo>
                    <a:pt x="828220" y="6525970"/>
                  </a:lnTo>
                  <a:lnTo>
                    <a:pt x="780818" y="6522125"/>
                  </a:lnTo>
                  <a:lnTo>
                    <a:pt x="734161" y="6515798"/>
                  </a:lnTo>
                  <a:lnTo>
                    <a:pt x="688315" y="6507057"/>
                  </a:lnTo>
                  <a:lnTo>
                    <a:pt x="643347" y="6495968"/>
                  </a:lnTo>
                  <a:lnTo>
                    <a:pt x="599324" y="6482597"/>
                  </a:lnTo>
                  <a:lnTo>
                    <a:pt x="556313" y="6467012"/>
                  </a:lnTo>
                  <a:lnTo>
                    <a:pt x="514380" y="6449280"/>
                  </a:lnTo>
                  <a:lnTo>
                    <a:pt x="473593" y="6429466"/>
                  </a:lnTo>
                  <a:lnTo>
                    <a:pt x="434018" y="6407639"/>
                  </a:lnTo>
                  <a:lnTo>
                    <a:pt x="395722" y="6383864"/>
                  </a:lnTo>
                  <a:lnTo>
                    <a:pt x="358772" y="6358209"/>
                  </a:lnTo>
                  <a:lnTo>
                    <a:pt x="323234" y="6330740"/>
                  </a:lnTo>
                  <a:lnTo>
                    <a:pt x="289176" y="6301524"/>
                  </a:lnTo>
                  <a:lnTo>
                    <a:pt x="256665" y="6270628"/>
                  </a:lnTo>
                  <a:lnTo>
                    <a:pt x="225767" y="6238118"/>
                  </a:lnTo>
                  <a:lnTo>
                    <a:pt x="196548" y="6204062"/>
                  </a:lnTo>
                  <a:lnTo>
                    <a:pt x="169077" y="6168527"/>
                  </a:lnTo>
                  <a:lnTo>
                    <a:pt x="143419" y="6131578"/>
                  </a:lnTo>
                  <a:lnTo>
                    <a:pt x="119642" y="6093284"/>
                  </a:lnTo>
                  <a:lnTo>
                    <a:pt x="97812" y="6053709"/>
                  </a:lnTo>
                  <a:lnTo>
                    <a:pt x="77996" y="6012923"/>
                  </a:lnTo>
                  <a:lnTo>
                    <a:pt x="60262" y="5970990"/>
                  </a:lnTo>
                  <a:lnTo>
                    <a:pt x="44675" y="5927979"/>
                  </a:lnTo>
                  <a:lnTo>
                    <a:pt x="31302" y="5883955"/>
                  </a:lnTo>
                  <a:lnTo>
                    <a:pt x="20212" y="5838986"/>
                  </a:lnTo>
                  <a:lnTo>
                    <a:pt x="11469" y="5793138"/>
                  </a:lnTo>
                  <a:lnTo>
                    <a:pt x="5142" y="5746479"/>
                  </a:lnTo>
                  <a:lnTo>
                    <a:pt x="1296" y="5699074"/>
                  </a:lnTo>
                  <a:lnTo>
                    <a:pt x="0" y="5650991"/>
                  </a:lnTo>
                  <a:lnTo>
                    <a:pt x="0" y="8763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" name="object 9">
              <a:extLst>
                <a:ext uri="{FF2B5EF4-FFF2-40B4-BE49-F238E27FC236}">
                  <a16:creationId xmlns:a16="http://schemas.microsoft.com/office/drawing/2014/main" id="{308CD67E-D4FE-934B-E4D7-29A2D38EDB34}"/>
                </a:ext>
              </a:extLst>
            </p:cNvPr>
            <p:cNvSpPr/>
            <p:nvPr/>
          </p:nvSpPr>
          <p:spPr>
            <a:xfrm>
              <a:off x="579119" y="2075688"/>
              <a:ext cx="5257800" cy="1287145"/>
            </a:xfrm>
            <a:custGeom>
              <a:avLst/>
              <a:gdLst/>
              <a:ahLst/>
              <a:cxnLst/>
              <a:rect l="l" t="t" r="r" b="b"/>
              <a:pathLst>
                <a:path w="5257800" h="1287145">
                  <a:moveTo>
                    <a:pt x="5043296" y="0"/>
                  </a:moveTo>
                  <a:lnTo>
                    <a:pt x="214528" y="0"/>
                  </a:lnTo>
                  <a:lnTo>
                    <a:pt x="165339" y="5663"/>
                  </a:lnTo>
                  <a:lnTo>
                    <a:pt x="120185" y="21798"/>
                  </a:lnTo>
                  <a:lnTo>
                    <a:pt x="80352" y="47116"/>
                  </a:lnTo>
                  <a:lnTo>
                    <a:pt x="47130" y="80332"/>
                  </a:lnTo>
                  <a:lnTo>
                    <a:pt x="21805" y="120159"/>
                  </a:lnTo>
                  <a:lnTo>
                    <a:pt x="5665" y="165311"/>
                  </a:lnTo>
                  <a:lnTo>
                    <a:pt x="0" y="214502"/>
                  </a:lnTo>
                  <a:lnTo>
                    <a:pt x="0" y="1072641"/>
                  </a:lnTo>
                  <a:lnTo>
                    <a:pt x="5665" y="1121833"/>
                  </a:lnTo>
                  <a:lnTo>
                    <a:pt x="21805" y="1166985"/>
                  </a:lnTo>
                  <a:lnTo>
                    <a:pt x="47130" y="1206812"/>
                  </a:lnTo>
                  <a:lnTo>
                    <a:pt x="80352" y="1240028"/>
                  </a:lnTo>
                  <a:lnTo>
                    <a:pt x="120185" y="1265346"/>
                  </a:lnTo>
                  <a:lnTo>
                    <a:pt x="165339" y="1281481"/>
                  </a:lnTo>
                  <a:lnTo>
                    <a:pt x="214528" y="1287144"/>
                  </a:lnTo>
                  <a:lnTo>
                    <a:pt x="5043296" y="1287144"/>
                  </a:lnTo>
                  <a:lnTo>
                    <a:pt x="5092488" y="1281481"/>
                  </a:lnTo>
                  <a:lnTo>
                    <a:pt x="5137640" y="1265346"/>
                  </a:lnTo>
                  <a:lnTo>
                    <a:pt x="5177467" y="1240028"/>
                  </a:lnTo>
                  <a:lnTo>
                    <a:pt x="5210683" y="1206812"/>
                  </a:lnTo>
                  <a:lnTo>
                    <a:pt x="5236001" y="1166985"/>
                  </a:lnTo>
                  <a:lnTo>
                    <a:pt x="5252136" y="1121833"/>
                  </a:lnTo>
                  <a:lnTo>
                    <a:pt x="5257800" y="1072641"/>
                  </a:lnTo>
                  <a:lnTo>
                    <a:pt x="5257800" y="214502"/>
                  </a:lnTo>
                  <a:lnTo>
                    <a:pt x="5252136" y="165311"/>
                  </a:lnTo>
                  <a:lnTo>
                    <a:pt x="5236001" y="120159"/>
                  </a:lnTo>
                  <a:lnTo>
                    <a:pt x="5210683" y="80332"/>
                  </a:lnTo>
                  <a:lnTo>
                    <a:pt x="5177467" y="47116"/>
                  </a:lnTo>
                  <a:lnTo>
                    <a:pt x="5137640" y="21798"/>
                  </a:lnTo>
                  <a:lnTo>
                    <a:pt x="5092488" y="5663"/>
                  </a:lnTo>
                  <a:lnTo>
                    <a:pt x="5043296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" name="object 10">
              <a:extLst>
                <a:ext uri="{FF2B5EF4-FFF2-40B4-BE49-F238E27FC236}">
                  <a16:creationId xmlns:a16="http://schemas.microsoft.com/office/drawing/2014/main" id="{936E63A8-ECD6-1AEB-A1DF-E97C55F5C2E0}"/>
                </a:ext>
              </a:extLst>
            </p:cNvPr>
            <p:cNvSpPr/>
            <p:nvPr/>
          </p:nvSpPr>
          <p:spPr>
            <a:xfrm>
              <a:off x="579119" y="2075688"/>
              <a:ext cx="5257800" cy="1287145"/>
            </a:xfrm>
            <a:custGeom>
              <a:avLst/>
              <a:gdLst/>
              <a:ahLst/>
              <a:cxnLst/>
              <a:rect l="l" t="t" r="r" b="b"/>
              <a:pathLst>
                <a:path w="5257800" h="1287145">
                  <a:moveTo>
                    <a:pt x="0" y="214502"/>
                  </a:moveTo>
                  <a:lnTo>
                    <a:pt x="5665" y="165311"/>
                  </a:lnTo>
                  <a:lnTo>
                    <a:pt x="21805" y="120159"/>
                  </a:lnTo>
                  <a:lnTo>
                    <a:pt x="47130" y="80332"/>
                  </a:lnTo>
                  <a:lnTo>
                    <a:pt x="80352" y="47116"/>
                  </a:lnTo>
                  <a:lnTo>
                    <a:pt x="120185" y="21798"/>
                  </a:lnTo>
                  <a:lnTo>
                    <a:pt x="165339" y="5663"/>
                  </a:lnTo>
                  <a:lnTo>
                    <a:pt x="214528" y="0"/>
                  </a:lnTo>
                  <a:lnTo>
                    <a:pt x="5043296" y="0"/>
                  </a:lnTo>
                  <a:lnTo>
                    <a:pt x="5092488" y="5663"/>
                  </a:lnTo>
                  <a:lnTo>
                    <a:pt x="5137640" y="21798"/>
                  </a:lnTo>
                  <a:lnTo>
                    <a:pt x="5177467" y="47116"/>
                  </a:lnTo>
                  <a:lnTo>
                    <a:pt x="5210683" y="80332"/>
                  </a:lnTo>
                  <a:lnTo>
                    <a:pt x="5236001" y="120159"/>
                  </a:lnTo>
                  <a:lnTo>
                    <a:pt x="5252136" y="165311"/>
                  </a:lnTo>
                  <a:lnTo>
                    <a:pt x="5257800" y="214502"/>
                  </a:lnTo>
                  <a:lnTo>
                    <a:pt x="5257800" y="1072641"/>
                  </a:lnTo>
                  <a:lnTo>
                    <a:pt x="5252136" y="1121833"/>
                  </a:lnTo>
                  <a:lnTo>
                    <a:pt x="5236001" y="1166985"/>
                  </a:lnTo>
                  <a:lnTo>
                    <a:pt x="5210683" y="1206812"/>
                  </a:lnTo>
                  <a:lnTo>
                    <a:pt x="5177467" y="1240028"/>
                  </a:lnTo>
                  <a:lnTo>
                    <a:pt x="5137640" y="1265346"/>
                  </a:lnTo>
                  <a:lnTo>
                    <a:pt x="5092488" y="1281481"/>
                  </a:lnTo>
                  <a:lnTo>
                    <a:pt x="5043296" y="1287144"/>
                  </a:lnTo>
                  <a:lnTo>
                    <a:pt x="214528" y="1287144"/>
                  </a:lnTo>
                  <a:lnTo>
                    <a:pt x="165339" y="1281481"/>
                  </a:lnTo>
                  <a:lnTo>
                    <a:pt x="120185" y="1265346"/>
                  </a:lnTo>
                  <a:lnTo>
                    <a:pt x="80352" y="1240028"/>
                  </a:lnTo>
                  <a:lnTo>
                    <a:pt x="47130" y="1206812"/>
                  </a:lnTo>
                  <a:lnTo>
                    <a:pt x="21805" y="1166985"/>
                  </a:lnTo>
                  <a:lnTo>
                    <a:pt x="5665" y="1121833"/>
                  </a:lnTo>
                  <a:lnTo>
                    <a:pt x="0" y="1072641"/>
                  </a:lnTo>
                  <a:lnTo>
                    <a:pt x="0" y="214502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9" name="object 6">
            <a:extLst>
              <a:ext uri="{FF2B5EF4-FFF2-40B4-BE49-F238E27FC236}">
                <a16:creationId xmlns:a16="http://schemas.microsoft.com/office/drawing/2014/main" id="{A9914CB5-937A-3AD1-84A4-BF6C1372B098}"/>
              </a:ext>
            </a:extLst>
          </p:cNvPr>
          <p:cNvGrpSpPr/>
          <p:nvPr/>
        </p:nvGrpSpPr>
        <p:grpSpPr>
          <a:xfrm>
            <a:off x="157399" y="1620668"/>
            <a:ext cx="5756799" cy="8284009"/>
            <a:chOff x="566419" y="2062988"/>
            <a:chExt cx="5283200" cy="7262495"/>
          </a:xfrm>
        </p:grpSpPr>
        <p:sp>
          <p:nvSpPr>
            <p:cNvPr id="330" name="object 7">
              <a:extLst>
                <a:ext uri="{FF2B5EF4-FFF2-40B4-BE49-F238E27FC236}">
                  <a16:creationId xmlns:a16="http://schemas.microsoft.com/office/drawing/2014/main" id="{E3FC3BB1-30CD-6006-87C9-EFB6C96EDFEA}"/>
                </a:ext>
              </a:extLst>
            </p:cNvPr>
            <p:cNvSpPr/>
            <p:nvPr/>
          </p:nvSpPr>
          <p:spPr>
            <a:xfrm>
              <a:off x="579119" y="2785364"/>
              <a:ext cx="5257800" cy="6527800"/>
            </a:xfrm>
            <a:custGeom>
              <a:avLst/>
              <a:gdLst/>
              <a:ahLst/>
              <a:cxnLst/>
              <a:rect l="l" t="t" r="r" b="b"/>
              <a:pathLst>
                <a:path w="5257800" h="6527800">
                  <a:moveTo>
                    <a:pt x="4381500" y="0"/>
                  </a:moveTo>
                  <a:lnTo>
                    <a:pt x="876300" y="0"/>
                  </a:lnTo>
                  <a:lnTo>
                    <a:pt x="828220" y="1296"/>
                  </a:lnTo>
                  <a:lnTo>
                    <a:pt x="780818" y="5143"/>
                  </a:lnTo>
                  <a:lnTo>
                    <a:pt x="734161" y="11471"/>
                  </a:lnTo>
                  <a:lnTo>
                    <a:pt x="688315" y="20216"/>
                  </a:lnTo>
                  <a:lnTo>
                    <a:pt x="643347" y="31309"/>
                  </a:lnTo>
                  <a:lnTo>
                    <a:pt x="599324" y="44683"/>
                  </a:lnTo>
                  <a:lnTo>
                    <a:pt x="556313" y="60273"/>
                  </a:lnTo>
                  <a:lnTo>
                    <a:pt x="514380" y="78010"/>
                  </a:lnTo>
                  <a:lnTo>
                    <a:pt x="473593" y="97829"/>
                  </a:lnTo>
                  <a:lnTo>
                    <a:pt x="434018" y="119662"/>
                  </a:lnTo>
                  <a:lnTo>
                    <a:pt x="395722" y="143442"/>
                  </a:lnTo>
                  <a:lnTo>
                    <a:pt x="358772" y="169103"/>
                  </a:lnTo>
                  <a:lnTo>
                    <a:pt x="323234" y="196577"/>
                  </a:lnTo>
                  <a:lnTo>
                    <a:pt x="289176" y="225798"/>
                  </a:lnTo>
                  <a:lnTo>
                    <a:pt x="256665" y="256698"/>
                  </a:lnTo>
                  <a:lnTo>
                    <a:pt x="225767" y="289212"/>
                  </a:lnTo>
                  <a:lnTo>
                    <a:pt x="196548" y="323271"/>
                  </a:lnTo>
                  <a:lnTo>
                    <a:pt x="169077" y="358810"/>
                  </a:lnTo>
                  <a:lnTo>
                    <a:pt x="143419" y="395761"/>
                  </a:lnTo>
                  <a:lnTo>
                    <a:pt x="119642" y="434057"/>
                  </a:lnTo>
                  <a:lnTo>
                    <a:pt x="97812" y="473632"/>
                  </a:lnTo>
                  <a:lnTo>
                    <a:pt x="77996" y="514418"/>
                  </a:lnTo>
                  <a:lnTo>
                    <a:pt x="60262" y="556349"/>
                  </a:lnTo>
                  <a:lnTo>
                    <a:pt x="44675" y="599358"/>
                  </a:lnTo>
                  <a:lnTo>
                    <a:pt x="31302" y="643378"/>
                  </a:lnTo>
                  <a:lnTo>
                    <a:pt x="20212" y="688342"/>
                  </a:lnTo>
                  <a:lnTo>
                    <a:pt x="11469" y="734183"/>
                  </a:lnTo>
                  <a:lnTo>
                    <a:pt x="5142" y="780834"/>
                  </a:lnTo>
                  <a:lnTo>
                    <a:pt x="1296" y="828228"/>
                  </a:lnTo>
                  <a:lnTo>
                    <a:pt x="0" y="876300"/>
                  </a:lnTo>
                  <a:lnTo>
                    <a:pt x="0" y="5650991"/>
                  </a:lnTo>
                  <a:lnTo>
                    <a:pt x="1296" y="5699074"/>
                  </a:lnTo>
                  <a:lnTo>
                    <a:pt x="5142" y="5746479"/>
                  </a:lnTo>
                  <a:lnTo>
                    <a:pt x="11469" y="5793138"/>
                  </a:lnTo>
                  <a:lnTo>
                    <a:pt x="20212" y="5838986"/>
                  </a:lnTo>
                  <a:lnTo>
                    <a:pt x="31302" y="5883955"/>
                  </a:lnTo>
                  <a:lnTo>
                    <a:pt x="44675" y="5927979"/>
                  </a:lnTo>
                  <a:lnTo>
                    <a:pt x="60262" y="5970990"/>
                  </a:lnTo>
                  <a:lnTo>
                    <a:pt x="77996" y="6012923"/>
                  </a:lnTo>
                  <a:lnTo>
                    <a:pt x="97812" y="6053709"/>
                  </a:lnTo>
                  <a:lnTo>
                    <a:pt x="119642" y="6093284"/>
                  </a:lnTo>
                  <a:lnTo>
                    <a:pt x="143419" y="6131578"/>
                  </a:lnTo>
                  <a:lnTo>
                    <a:pt x="169077" y="6168527"/>
                  </a:lnTo>
                  <a:lnTo>
                    <a:pt x="196548" y="6204062"/>
                  </a:lnTo>
                  <a:lnTo>
                    <a:pt x="225767" y="6238118"/>
                  </a:lnTo>
                  <a:lnTo>
                    <a:pt x="256665" y="6270628"/>
                  </a:lnTo>
                  <a:lnTo>
                    <a:pt x="289176" y="6301524"/>
                  </a:lnTo>
                  <a:lnTo>
                    <a:pt x="323234" y="6330740"/>
                  </a:lnTo>
                  <a:lnTo>
                    <a:pt x="358772" y="6358209"/>
                  </a:lnTo>
                  <a:lnTo>
                    <a:pt x="395722" y="6383864"/>
                  </a:lnTo>
                  <a:lnTo>
                    <a:pt x="434018" y="6407639"/>
                  </a:lnTo>
                  <a:lnTo>
                    <a:pt x="473593" y="6429466"/>
                  </a:lnTo>
                  <a:lnTo>
                    <a:pt x="514380" y="6449280"/>
                  </a:lnTo>
                  <a:lnTo>
                    <a:pt x="556313" y="6467012"/>
                  </a:lnTo>
                  <a:lnTo>
                    <a:pt x="599324" y="6482597"/>
                  </a:lnTo>
                  <a:lnTo>
                    <a:pt x="643347" y="6495968"/>
                  </a:lnTo>
                  <a:lnTo>
                    <a:pt x="688315" y="6507057"/>
                  </a:lnTo>
                  <a:lnTo>
                    <a:pt x="734161" y="6515798"/>
                  </a:lnTo>
                  <a:lnTo>
                    <a:pt x="780818" y="6522125"/>
                  </a:lnTo>
                  <a:lnTo>
                    <a:pt x="828220" y="6525970"/>
                  </a:lnTo>
                  <a:lnTo>
                    <a:pt x="876300" y="6527266"/>
                  </a:lnTo>
                  <a:lnTo>
                    <a:pt x="4381500" y="6527266"/>
                  </a:lnTo>
                  <a:lnTo>
                    <a:pt x="4429582" y="6525970"/>
                  </a:lnTo>
                  <a:lnTo>
                    <a:pt x="4476987" y="6522125"/>
                  </a:lnTo>
                  <a:lnTo>
                    <a:pt x="4523647" y="6515798"/>
                  </a:lnTo>
                  <a:lnTo>
                    <a:pt x="4569495" y="6507057"/>
                  </a:lnTo>
                  <a:lnTo>
                    <a:pt x="4614465" y="6495968"/>
                  </a:lnTo>
                  <a:lnTo>
                    <a:pt x="4658490" y="6482597"/>
                  </a:lnTo>
                  <a:lnTo>
                    <a:pt x="4701502" y="6467012"/>
                  </a:lnTo>
                  <a:lnTo>
                    <a:pt x="4743435" y="6449280"/>
                  </a:lnTo>
                  <a:lnTo>
                    <a:pt x="4784223" y="6429466"/>
                  </a:lnTo>
                  <a:lnTo>
                    <a:pt x="4823798" y="6407639"/>
                  </a:lnTo>
                  <a:lnTo>
                    <a:pt x="4862094" y="6383864"/>
                  </a:lnTo>
                  <a:lnTo>
                    <a:pt x="4899044" y="6358209"/>
                  </a:lnTo>
                  <a:lnTo>
                    <a:pt x="4934581" y="6330740"/>
                  </a:lnTo>
                  <a:lnTo>
                    <a:pt x="4968638" y="6301524"/>
                  </a:lnTo>
                  <a:lnTo>
                    <a:pt x="5001148" y="6270628"/>
                  </a:lnTo>
                  <a:lnTo>
                    <a:pt x="5032046" y="6238118"/>
                  </a:lnTo>
                  <a:lnTo>
                    <a:pt x="5061263" y="6204062"/>
                  </a:lnTo>
                  <a:lnTo>
                    <a:pt x="5088733" y="6168527"/>
                  </a:lnTo>
                  <a:lnTo>
                    <a:pt x="5114390" y="6131578"/>
                  </a:lnTo>
                  <a:lnTo>
                    <a:pt x="5138165" y="6093284"/>
                  </a:lnTo>
                  <a:lnTo>
                    <a:pt x="5159994" y="6053709"/>
                  </a:lnTo>
                  <a:lnTo>
                    <a:pt x="5179809" y="6012923"/>
                  </a:lnTo>
                  <a:lnTo>
                    <a:pt x="5197542" y="5970990"/>
                  </a:lnTo>
                  <a:lnTo>
                    <a:pt x="5213128" y="5927979"/>
                  </a:lnTo>
                  <a:lnTo>
                    <a:pt x="5226499" y="5883955"/>
                  </a:lnTo>
                  <a:lnTo>
                    <a:pt x="5237589" y="5838986"/>
                  </a:lnTo>
                  <a:lnTo>
                    <a:pt x="5246331" y="5793138"/>
                  </a:lnTo>
                  <a:lnTo>
                    <a:pt x="5252658" y="5746479"/>
                  </a:lnTo>
                  <a:lnTo>
                    <a:pt x="5256503" y="5699074"/>
                  </a:lnTo>
                  <a:lnTo>
                    <a:pt x="5257800" y="5650991"/>
                  </a:lnTo>
                  <a:lnTo>
                    <a:pt x="5257800" y="876300"/>
                  </a:lnTo>
                  <a:lnTo>
                    <a:pt x="5256503" y="828228"/>
                  </a:lnTo>
                  <a:lnTo>
                    <a:pt x="5252658" y="780834"/>
                  </a:lnTo>
                  <a:lnTo>
                    <a:pt x="5246331" y="734183"/>
                  </a:lnTo>
                  <a:lnTo>
                    <a:pt x="5237589" y="688342"/>
                  </a:lnTo>
                  <a:lnTo>
                    <a:pt x="5226499" y="643378"/>
                  </a:lnTo>
                  <a:lnTo>
                    <a:pt x="5213128" y="599358"/>
                  </a:lnTo>
                  <a:lnTo>
                    <a:pt x="5197542" y="556349"/>
                  </a:lnTo>
                  <a:lnTo>
                    <a:pt x="5179809" y="514418"/>
                  </a:lnTo>
                  <a:lnTo>
                    <a:pt x="5159994" y="473632"/>
                  </a:lnTo>
                  <a:lnTo>
                    <a:pt x="5138166" y="434057"/>
                  </a:lnTo>
                  <a:lnTo>
                    <a:pt x="5114390" y="395761"/>
                  </a:lnTo>
                  <a:lnTo>
                    <a:pt x="5088733" y="358810"/>
                  </a:lnTo>
                  <a:lnTo>
                    <a:pt x="5061263" y="323271"/>
                  </a:lnTo>
                  <a:lnTo>
                    <a:pt x="5032046" y="289212"/>
                  </a:lnTo>
                  <a:lnTo>
                    <a:pt x="5001148" y="256698"/>
                  </a:lnTo>
                  <a:lnTo>
                    <a:pt x="4968638" y="225798"/>
                  </a:lnTo>
                  <a:lnTo>
                    <a:pt x="4934581" y="196577"/>
                  </a:lnTo>
                  <a:lnTo>
                    <a:pt x="4899044" y="169103"/>
                  </a:lnTo>
                  <a:lnTo>
                    <a:pt x="4862094" y="143442"/>
                  </a:lnTo>
                  <a:lnTo>
                    <a:pt x="4823798" y="119662"/>
                  </a:lnTo>
                  <a:lnTo>
                    <a:pt x="4784223" y="97829"/>
                  </a:lnTo>
                  <a:lnTo>
                    <a:pt x="4743435" y="78010"/>
                  </a:lnTo>
                  <a:lnTo>
                    <a:pt x="4701502" y="60273"/>
                  </a:lnTo>
                  <a:lnTo>
                    <a:pt x="4658490" y="44683"/>
                  </a:lnTo>
                  <a:lnTo>
                    <a:pt x="4614465" y="31309"/>
                  </a:lnTo>
                  <a:lnTo>
                    <a:pt x="4569495" y="20216"/>
                  </a:lnTo>
                  <a:lnTo>
                    <a:pt x="4523647" y="11471"/>
                  </a:lnTo>
                  <a:lnTo>
                    <a:pt x="4476987" y="5143"/>
                  </a:lnTo>
                  <a:lnTo>
                    <a:pt x="4429582" y="1296"/>
                  </a:lnTo>
                  <a:lnTo>
                    <a:pt x="4381500" y="0"/>
                  </a:lnTo>
                  <a:close/>
                </a:path>
              </a:pathLst>
            </a:custGeom>
            <a:solidFill>
              <a:srgbClr val="C5D9F0"/>
            </a:solidFill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1" name="object 8">
              <a:extLst>
                <a:ext uri="{FF2B5EF4-FFF2-40B4-BE49-F238E27FC236}">
                  <a16:creationId xmlns:a16="http://schemas.microsoft.com/office/drawing/2014/main" id="{5C6C8A75-F6C0-B1B9-0041-077F621D896C}"/>
                </a:ext>
              </a:extLst>
            </p:cNvPr>
            <p:cNvSpPr/>
            <p:nvPr/>
          </p:nvSpPr>
          <p:spPr>
            <a:xfrm>
              <a:off x="579119" y="2785364"/>
              <a:ext cx="5257800" cy="6527800"/>
            </a:xfrm>
            <a:custGeom>
              <a:avLst/>
              <a:gdLst/>
              <a:ahLst/>
              <a:cxnLst/>
              <a:rect l="l" t="t" r="r" b="b"/>
              <a:pathLst>
                <a:path w="5257800" h="6527800">
                  <a:moveTo>
                    <a:pt x="0" y="876300"/>
                  </a:moveTo>
                  <a:lnTo>
                    <a:pt x="1296" y="828228"/>
                  </a:lnTo>
                  <a:lnTo>
                    <a:pt x="5142" y="780834"/>
                  </a:lnTo>
                  <a:lnTo>
                    <a:pt x="11469" y="734183"/>
                  </a:lnTo>
                  <a:lnTo>
                    <a:pt x="20212" y="688342"/>
                  </a:lnTo>
                  <a:lnTo>
                    <a:pt x="31302" y="643378"/>
                  </a:lnTo>
                  <a:lnTo>
                    <a:pt x="44675" y="599358"/>
                  </a:lnTo>
                  <a:lnTo>
                    <a:pt x="60262" y="556349"/>
                  </a:lnTo>
                  <a:lnTo>
                    <a:pt x="77996" y="514418"/>
                  </a:lnTo>
                  <a:lnTo>
                    <a:pt x="97812" y="473632"/>
                  </a:lnTo>
                  <a:lnTo>
                    <a:pt x="119642" y="434057"/>
                  </a:lnTo>
                  <a:lnTo>
                    <a:pt x="143419" y="395761"/>
                  </a:lnTo>
                  <a:lnTo>
                    <a:pt x="169077" y="358810"/>
                  </a:lnTo>
                  <a:lnTo>
                    <a:pt x="196548" y="323271"/>
                  </a:lnTo>
                  <a:lnTo>
                    <a:pt x="225767" y="289212"/>
                  </a:lnTo>
                  <a:lnTo>
                    <a:pt x="256665" y="256698"/>
                  </a:lnTo>
                  <a:lnTo>
                    <a:pt x="289176" y="225798"/>
                  </a:lnTo>
                  <a:lnTo>
                    <a:pt x="323234" y="196577"/>
                  </a:lnTo>
                  <a:lnTo>
                    <a:pt x="358772" y="169103"/>
                  </a:lnTo>
                  <a:lnTo>
                    <a:pt x="395722" y="143442"/>
                  </a:lnTo>
                  <a:lnTo>
                    <a:pt x="434018" y="119662"/>
                  </a:lnTo>
                  <a:lnTo>
                    <a:pt x="473593" y="97829"/>
                  </a:lnTo>
                  <a:lnTo>
                    <a:pt x="514380" y="78010"/>
                  </a:lnTo>
                  <a:lnTo>
                    <a:pt x="556313" y="60273"/>
                  </a:lnTo>
                  <a:lnTo>
                    <a:pt x="599324" y="44683"/>
                  </a:lnTo>
                  <a:lnTo>
                    <a:pt x="643347" y="31309"/>
                  </a:lnTo>
                  <a:lnTo>
                    <a:pt x="688315" y="20216"/>
                  </a:lnTo>
                  <a:lnTo>
                    <a:pt x="734161" y="11471"/>
                  </a:lnTo>
                  <a:lnTo>
                    <a:pt x="780818" y="5143"/>
                  </a:lnTo>
                  <a:lnTo>
                    <a:pt x="828220" y="1296"/>
                  </a:lnTo>
                  <a:lnTo>
                    <a:pt x="876300" y="0"/>
                  </a:lnTo>
                  <a:lnTo>
                    <a:pt x="4381500" y="0"/>
                  </a:lnTo>
                  <a:lnTo>
                    <a:pt x="4429582" y="1296"/>
                  </a:lnTo>
                  <a:lnTo>
                    <a:pt x="4476987" y="5143"/>
                  </a:lnTo>
                  <a:lnTo>
                    <a:pt x="4523647" y="11471"/>
                  </a:lnTo>
                  <a:lnTo>
                    <a:pt x="4569495" y="20216"/>
                  </a:lnTo>
                  <a:lnTo>
                    <a:pt x="4614465" y="31309"/>
                  </a:lnTo>
                  <a:lnTo>
                    <a:pt x="4658490" y="44683"/>
                  </a:lnTo>
                  <a:lnTo>
                    <a:pt x="4701502" y="60273"/>
                  </a:lnTo>
                  <a:lnTo>
                    <a:pt x="4743435" y="78010"/>
                  </a:lnTo>
                  <a:lnTo>
                    <a:pt x="4784223" y="97829"/>
                  </a:lnTo>
                  <a:lnTo>
                    <a:pt x="4823798" y="119662"/>
                  </a:lnTo>
                  <a:lnTo>
                    <a:pt x="4862094" y="143442"/>
                  </a:lnTo>
                  <a:lnTo>
                    <a:pt x="4899044" y="169103"/>
                  </a:lnTo>
                  <a:lnTo>
                    <a:pt x="4934581" y="196577"/>
                  </a:lnTo>
                  <a:lnTo>
                    <a:pt x="4968638" y="225798"/>
                  </a:lnTo>
                  <a:lnTo>
                    <a:pt x="5001148" y="256698"/>
                  </a:lnTo>
                  <a:lnTo>
                    <a:pt x="5032046" y="289212"/>
                  </a:lnTo>
                  <a:lnTo>
                    <a:pt x="5061263" y="323271"/>
                  </a:lnTo>
                  <a:lnTo>
                    <a:pt x="5088733" y="358810"/>
                  </a:lnTo>
                  <a:lnTo>
                    <a:pt x="5114390" y="395761"/>
                  </a:lnTo>
                  <a:lnTo>
                    <a:pt x="5138166" y="434057"/>
                  </a:lnTo>
                  <a:lnTo>
                    <a:pt x="5159994" y="473632"/>
                  </a:lnTo>
                  <a:lnTo>
                    <a:pt x="5179809" y="514418"/>
                  </a:lnTo>
                  <a:lnTo>
                    <a:pt x="5197542" y="556349"/>
                  </a:lnTo>
                  <a:lnTo>
                    <a:pt x="5213128" y="599358"/>
                  </a:lnTo>
                  <a:lnTo>
                    <a:pt x="5226499" y="643378"/>
                  </a:lnTo>
                  <a:lnTo>
                    <a:pt x="5237589" y="688342"/>
                  </a:lnTo>
                  <a:lnTo>
                    <a:pt x="5246331" y="734183"/>
                  </a:lnTo>
                  <a:lnTo>
                    <a:pt x="5252658" y="780834"/>
                  </a:lnTo>
                  <a:lnTo>
                    <a:pt x="5256503" y="828228"/>
                  </a:lnTo>
                  <a:lnTo>
                    <a:pt x="5257800" y="876300"/>
                  </a:lnTo>
                  <a:lnTo>
                    <a:pt x="5257800" y="5650991"/>
                  </a:lnTo>
                  <a:lnTo>
                    <a:pt x="5256503" y="5699074"/>
                  </a:lnTo>
                  <a:lnTo>
                    <a:pt x="5252658" y="5746479"/>
                  </a:lnTo>
                  <a:lnTo>
                    <a:pt x="5246331" y="5793138"/>
                  </a:lnTo>
                  <a:lnTo>
                    <a:pt x="5237589" y="5838986"/>
                  </a:lnTo>
                  <a:lnTo>
                    <a:pt x="5226499" y="5883955"/>
                  </a:lnTo>
                  <a:lnTo>
                    <a:pt x="5213128" y="5927979"/>
                  </a:lnTo>
                  <a:lnTo>
                    <a:pt x="5197542" y="5970990"/>
                  </a:lnTo>
                  <a:lnTo>
                    <a:pt x="5179809" y="6012923"/>
                  </a:lnTo>
                  <a:lnTo>
                    <a:pt x="5159994" y="6053709"/>
                  </a:lnTo>
                  <a:lnTo>
                    <a:pt x="5138165" y="6093284"/>
                  </a:lnTo>
                  <a:lnTo>
                    <a:pt x="5114390" y="6131578"/>
                  </a:lnTo>
                  <a:lnTo>
                    <a:pt x="5088733" y="6168527"/>
                  </a:lnTo>
                  <a:lnTo>
                    <a:pt x="5061263" y="6204062"/>
                  </a:lnTo>
                  <a:lnTo>
                    <a:pt x="5032046" y="6238118"/>
                  </a:lnTo>
                  <a:lnTo>
                    <a:pt x="5001148" y="6270628"/>
                  </a:lnTo>
                  <a:lnTo>
                    <a:pt x="4968638" y="6301524"/>
                  </a:lnTo>
                  <a:lnTo>
                    <a:pt x="4934581" y="6330740"/>
                  </a:lnTo>
                  <a:lnTo>
                    <a:pt x="4899044" y="6358209"/>
                  </a:lnTo>
                  <a:lnTo>
                    <a:pt x="4862094" y="6383864"/>
                  </a:lnTo>
                  <a:lnTo>
                    <a:pt x="4823798" y="6407639"/>
                  </a:lnTo>
                  <a:lnTo>
                    <a:pt x="4784223" y="6429466"/>
                  </a:lnTo>
                  <a:lnTo>
                    <a:pt x="4743435" y="6449280"/>
                  </a:lnTo>
                  <a:lnTo>
                    <a:pt x="4701502" y="6467012"/>
                  </a:lnTo>
                  <a:lnTo>
                    <a:pt x="4658490" y="6482597"/>
                  </a:lnTo>
                  <a:lnTo>
                    <a:pt x="4614465" y="6495968"/>
                  </a:lnTo>
                  <a:lnTo>
                    <a:pt x="4569495" y="6507057"/>
                  </a:lnTo>
                  <a:lnTo>
                    <a:pt x="4523647" y="6515798"/>
                  </a:lnTo>
                  <a:lnTo>
                    <a:pt x="4476987" y="6522125"/>
                  </a:lnTo>
                  <a:lnTo>
                    <a:pt x="4429582" y="6525970"/>
                  </a:lnTo>
                  <a:lnTo>
                    <a:pt x="4381500" y="6527266"/>
                  </a:lnTo>
                  <a:lnTo>
                    <a:pt x="876300" y="6527266"/>
                  </a:lnTo>
                  <a:lnTo>
                    <a:pt x="828220" y="6525970"/>
                  </a:lnTo>
                  <a:lnTo>
                    <a:pt x="780818" y="6522125"/>
                  </a:lnTo>
                  <a:lnTo>
                    <a:pt x="734161" y="6515798"/>
                  </a:lnTo>
                  <a:lnTo>
                    <a:pt x="688315" y="6507057"/>
                  </a:lnTo>
                  <a:lnTo>
                    <a:pt x="643347" y="6495968"/>
                  </a:lnTo>
                  <a:lnTo>
                    <a:pt x="599324" y="6482597"/>
                  </a:lnTo>
                  <a:lnTo>
                    <a:pt x="556313" y="6467012"/>
                  </a:lnTo>
                  <a:lnTo>
                    <a:pt x="514380" y="6449280"/>
                  </a:lnTo>
                  <a:lnTo>
                    <a:pt x="473593" y="6429466"/>
                  </a:lnTo>
                  <a:lnTo>
                    <a:pt x="434018" y="6407639"/>
                  </a:lnTo>
                  <a:lnTo>
                    <a:pt x="395722" y="6383864"/>
                  </a:lnTo>
                  <a:lnTo>
                    <a:pt x="358772" y="6358209"/>
                  </a:lnTo>
                  <a:lnTo>
                    <a:pt x="323234" y="6330740"/>
                  </a:lnTo>
                  <a:lnTo>
                    <a:pt x="289176" y="6301524"/>
                  </a:lnTo>
                  <a:lnTo>
                    <a:pt x="256665" y="6270628"/>
                  </a:lnTo>
                  <a:lnTo>
                    <a:pt x="225767" y="6238118"/>
                  </a:lnTo>
                  <a:lnTo>
                    <a:pt x="196548" y="6204062"/>
                  </a:lnTo>
                  <a:lnTo>
                    <a:pt x="169077" y="6168527"/>
                  </a:lnTo>
                  <a:lnTo>
                    <a:pt x="143419" y="6131578"/>
                  </a:lnTo>
                  <a:lnTo>
                    <a:pt x="119642" y="6093284"/>
                  </a:lnTo>
                  <a:lnTo>
                    <a:pt x="97812" y="6053709"/>
                  </a:lnTo>
                  <a:lnTo>
                    <a:pt x="77996" y="6012923"/>
                  </a:lnTo>
                  <a:lnTo>
                    <a:pt x="60262" y="5970990"/>
                  </a:lnTo>
                  <a:lnTo>
                    <a:pt x="44675" y="5927979"/>
                  </a:lnTo>
                  <a:lnTo>
                    <a:pt x="31302" y="5883955"/>
                  </a:lnTo>
                  <a:lnTo>
                    <a:pt x="20212" y="5838986"/>
                  </a:lnTo>
                  <a:lnTo>
                    <a:pt x="11469" y="5793138"/>
                  </a:lnTo>
                  <a:lnTo>
                    <a:pt x="5142" y="5746479"/>
                  </a:lnTo>
                  <a:lnTo>
                    <a:pt x="1296" y="5699074"/>
                  </a:lnTo>
                  <a:lnTo>
                    <a:pt x="0" y="5650991"/>
                  </a:lnTo>
                  <a:lnTo>
                    <a:pt x="0" y="87630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2" name="object 9">
              <a:extLst>
                <a:ext uri="{FF2B5EF4-FFF2-40B4-BE49-F238E27FC236}">
                  <a16:creationId xmlns:a16="http://schemas.microsoft.com/office/drawing/2014/main" id="{E7D747FA-C222-F55E-EE3A-D00CDB1B4F17}"/>
                </a:ext>
              </a:extLst>
            </p:cNvPr>
            <p:cNvSpPr/>
            <p:nvPr/>
          </p:nvSpPr>
          <p:spPr>
            <a:xfrm>
              <a:off x="579119" y="2075688"/>
              <a:ext cx="5257800" cy="1287145"/>
            </a:xfrm>
            <a:custGeom>
              <a:avLst/>
              <a:gdLst/>
              <a:ahLst/>
              <a:cxnLst/>
              <a:rect l="l" t="t" r="r" b="b"/>
              <a:pathLst>
                <a:path w="5257800" h="1287145">
                  <a:moveTo>
                    <a:pt x="5043296" y="0"/>
                  </a:moveTo>
                  <a:lnTo>
                    <a:pt x="214528" y="0"/>
                  </a:lnTo>
                  <a:lnTo>
                    <a:pt x="165339" y="5663"/>
                  </a:lnTo>
                  <a:lnTo>
                    <a:pt x="120185" y="21798"/>
                  </a:lnTo>
                  <a:lnTo>
                    <a:pt x="80352" y="47116"/>
                  </a:lnTo>
                  <a:lnTo>
                    <a:pt x="47130" y="80332"/>
                  </a:lnTo>
                  <a:lnTo>
                    <a:pt x="21805" y="120159"/>
                  </a:lnTo>
                  <a:lnTo>
                    <a:pt x="5665" y="165311"/>
                  </a:lnTo>
                  <a:lnTo>
                    <a:pt x="0" y="214502"/>
                  </a:lnTo>
                  <a:lnTo>
                    <a:pt x="0" y="1072641"/>
                  </a:lnTo>
                  <a:lnTo>
                    <a:pt x="5665" y="1121833"/>
                  </a:lnTo>
                  <a:lnTo>
                    <a:pt x="21805" y="1166985"/>
                  </a:lnTo>
                  <a:lnTo>
                    <a:pt x="47130" y="1206812"/>
                  </a:lnTo>
                  <a:lnTo>
                    <a:pt x="80352" y="1240028"/>
                  </a:lnTo>
                  <a:lnTo>
                    <a:pt x="120185" y="1265346"/>
                  </a:lnTo>
                  <a:lnTo>
                    <a:pt x="165339" y="1281481"/>
                  </a:lnTo>
                  <a:lnTo>
                    <a:pt x="214528" y="1287144"/>
                  </a:lnTo>
                  <a:lnTo>
                    <a:pt x="5043296" y="1287144"/>
                  </a:lnTo>
                  <a:lnTo>
                    <a:pt x="5092488" y="1281481"/>
                  </a:lnTo>
                  <a:lnTo>
                    <a:pt x="5137640" y="1265346"/>
                  </a:lnTo>
                  <a:lnTo>
                    <a:pt x="5177467" y="1240028"/>
                  </a:lnTo>
                  <a:lnTo>
                    <a:pt x="5210683" y="1206812"/>
                  </a:lnTo>
                  <a:lnTo>
                    <a:pt x="5236001" y="1166985"/>
                  </a:lnTo>
                  <a:lnTo>
                    <a:pt x="5252136" y="1121833"/>
                  </a:lnTo>
                  <a:lnTo>
                    <a:pt x="5257800" y="1072641"/>
                  </a:lnTo>
                  <a:lnTo>
                    <a:pt x="5257800" y="214502"/>
                  </a:lnTo>
                  <a:lnTo>
                    <a:pt x="5252136" y="165311"/>
                  </a:lnTo>
                  <a:lnTo>
                    <a:pt x="5236001" y="120159"/>
                  </a:lnTo>
                  <a:lnTo>
                    <a:pt x="5210683" y="80332"/>
                  </a:lnTo>
                  <a:lnTo>
                    <a:pt x="5177467" y="47116"/>
                  </a:lnTo>
                  <a:lnTo>
                    <a:pt x="5137640" y="21798"/>
                  </a:lnTo>
                  <a:lnTo>
                    <a:pt x="5092488" y="5663"/>
                  </a:lnTo>
                  <a:lnTo>
                    <a:pt x="5043296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3" name="object 10">
              <a:extLst>
                <a:ext uri="{FF2B5EF4-FFF2-40B4-BE49-F238E27FC236}">
                  <a16:creationId xmlns:a16="http://schemas.microsoft.com/office/drawing/2014/main" id="{545B2BE8-8D4F-8C65-CE14-90FBFD48EBCB}"/>
                </a:ext>
              </a:extLst>
            </p:cNvPr>
            <p:cNvSpPr/>
            <p:nvPr/>
          </p:nvSpPr>
          <p:spPr>
            <a:xfrm>
              <a:off x="579119" y="2075688"/>
              <a:ext cx="5257800" cy="1287145"/>
            </a:xfrm>
            <a:custGeom>
              <a:avLst/>
              <a:gdLst/>
              <a:ahLst/>
              <a:cxnLst/>
              <a:rect l="l" t="t" r="r" b="b"/>
              <a:pathLst>
                <a:path w="5257800" h="1287145">
                  <a:moveTo>
                    <a:pt x="0" y="214502"/>
                  </a:moveTo>
                  <a:lnTo>
                    <a:pt x="5665" y="165311"/>
                  </a:lnTo>
                  <a:lnTo>
                    <a:pt x="21805" y="120159"/>
                  </a:lnTo>
                  <a:lnTo>
                    <a:pt x="47130" y="80332"/>
                  </a:lnTo>
                  <a:lnTo>
                    <a:pt x="80352" y="47116"/>
                  </a:lnTo>
                  <a:lnTo>
                    <a:pt x="120185" y="21798"/>
                  </a:lnTo>
                  <a:lnTo>
                    <a:pt x="165339" y="5663"/>
                  </a:lnTo>
                  <a:lnTo>
                    <a:pt x="214528" y="0"/>
                  </a:lnTo>
                  <a:lnTo>
                    <a:pt x="5043296" y="0"/>
                  </a:lnTo>
                  <a:lnTo>
                    <a:pt x="5092488" y="5663"/>
                  </a:lnTo>
                  <a:lnTo>
                    <a:pt x="5137640" y="21798"/>
                  </a:lnTo>
                  <a:lnTo>
                    <a:pt x="5177467" y="47116"/>
                  </a:lnTo>
                  <a:lnTo>
                    <a:pt x="5210683" y="80332"/>
                  </a:lnTo>
                  <a:lnTo>
                    <a:pt x="5236001" y="120159"/>
                  </a:lnTo>
                  <a:lnTo>
                    <a:pt x="5252136" y="165311"/>
                  </a:lnTo>
                  <a:lnTo>
                    <a:pt x="5257800" y="214502"/>
                  </a:lnTo>
                  <a:lnTo>
                    <a:pt x="5257800" y="1072641"/>
                  </a:lnTo>
                  <a:lnTo>
                    <a:pt x="5252136" y="1121833"/>
                  </a:lnTo>
                  <a:lnTo>
                    <a:pt x="5236001" y="1166985"/>
                  </a:lnTo>
                  <a:lnTo>
                    <a:pt x="5210683" y="1206812"/>
                  </a:lnTo>
                  <a:lnTo>
                    <a:pt x="5177467" y="1240028"/>
                  </a:lnTo>
                  <a:lnTo>
                    <a:pt x="5137640" y="1265346"/>
                  </a:lnTo>
                  <a:lnTo>
                    <a:pt x="5092488" y="1281481"/>
                  </a:lnTo>
                  <a:lnTo>
                    <a:pt x="5043296" y="1287144"/>
                  </a:lnTo>
                  <a:lnTo>
                    <a:pt x="214528" y="1287144"/>
                  </a:lnTo>
                  <a:lnTo>
                    <a:pt x="165339" y="1281481"/>
                  </a:lnTo>
                  <a:lnTo>
                    <a:pt x="120185" y="1265346"/>
                  </a:lnTo>
                  <a:lnTo>
                    <a:pt x="80352" y="1240028"/>
                  </a:lnTo>
                  <a:lnTo>
                    <a:pt x="47130" y="1206812"/>
                  </a:lnTo>
                  <a:lnTo>
                    <a:pt x="21805" y="1166985"/>
                  </a:lnTo>
                  <a:lnTo>
                    <a:pt x="5665" y="1121833"/>
                  </a:lnTo>
                  <a:lnTo>
                    <a:pt x="0" y="1072641"/>
                  </a:lnTo>
                  <a:lnTo>
                    <a:pt x="0" y="214502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4" name="Freeform 9">
            <a:extLst>
              <a:ext uri="{FF2B5EF4-FFF2-40B4-BE49-F238E27FC236}">
                <a16:creationId xmlns:a16="http://schemas.microsoft.com/office/drawing/2014/main" id="{B7F12A2B-DFDC-DE74-9DCD-A945D7FE3B1D}"/>
              </a:ext>
            </a:extLst>
          </p:cNvPr>
          <p:cNvSpPr/>
          <p:nvPr/>
        </p:nvSpPr>
        <p:spPr>
          <a:xfrm>
            <a:off x="6110341" y="1125951"/>
            <a:ext cx="1246806" cy="1200151"/>
          </a:xfrm>
          <a:custGeom>
            <a:avLst/>
            <a:gdLst/>
            <a:ahLst/>
            <a:cxnLst/>
            <a:rect l="l" t="t" r="r" b="b"/>
            <a:pathLst>
              <a:path w="937127" h="937127">
                <a:moveTo>
                  <a:pt x="0" y="0"/>
                </a:moveTo>
                <a:lnTo>
                  <a:pt x="937127" y="0"/>
                </a:lnTo>
                <a:lnTo>
                  <a:pt x="937127" y="937126"/>
                </a:lnTo>
                <a:lnTo>
                  <a:pt x="0" y="937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0D5DE531-7B34-CE20-D964-ABF1850BA570}"/>
              </a:ext>
            </a:extLst>
          </p:cNvPr>
          <p:cNvGrpSpPr/>
          <p:nvPr/>
        </p:nvGrpSpPr>
        <p:grpSpPr>
          <a:xfrm>
            <a:off x="109208" y="1408920"/>
            <a:ext cx="1294570" cy="685859"/>
            <a:chOff x="0" y="0"/>
            <a:chExt cx="1308100" cy="812800"/>
          </a:xfrm>
        </p:grpSpPr>
        <p:sp>
          <p:nvSpPr>
            <p:cNvPr id="336" name="Freeform 8">
              <a:extLst>
                <a:ext uri="{FF2B5EF4-FFF2-40B4-BE49-F238E27FC236}">
                  <a16:creationId xmlns:a16="http://schemas.microsoft.com/office/drawing/2014/main" id="{669608B0-15E8-8CDA-F77D-A14FDE903A5D}"/>
                </a:ext>
              </a:extLst>
            </p:cNvPr>
            <p:cNvSpPr/>
            <p:nvPr/>
          </p:nvSpPr>
          <p:spPr>
            <a:xfrm>
              <a:off x="0" y="0"/>
              <a:ext cx="1308100" cy="812800"/>
            </a:xfrm>
            <a:custGeom>
              <a:avLst/>
              <a:gdLst/>
              <a:ahLst/>
              <a:cxnLst/>
              <a:rect l="l" t="t" r="r" b="b"/>
              <a:pathLst>
                <a:path w="1308100" h="812800">
                  <a:moveTo>
                    <a:pt x="0" y="0"/>
                  </a:moveTo>
                  <a:lnTo>
                    <a:pt x="1308100" y="0"/>
                  </a:lnTo>
                  <a:lnTo>
                    <a:pt x="13081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pic>
        <p:nvPicPr>
          <p:cNvPr id="337" name="Picture 336">
            <a:extLst>
              <a:ext uri="{FF2B5EF4-FFF2-40B4-BE49-F238E27FC236}">
                <a16:creationId xmlns:a16="http://schemas.microsoft.com/office/drawing/2014/main" id="{E59657F5-5936-F40C-129B-35B1B52B03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3710" y="729813"/>
            <a:ext cx="1686664" cy="1686664"/>
          </a:xfrm>
          <a:prstGeom prst="rect">
            <a:avLst/>
          </a:prstGeom>
        </p:spPr>
      </p:pic>
      <p:sp>
        <p:nvSpPr>
          <p:cNvPr id="339" name="object 22">
            <a:extLst>
              <a:ext uri="{FF2B5EF4-FFF2-40B4-BE49-F238E27FC236}">
                <a16:creationId xmlns:a16="http://schemas.microsoft.com/office/drawing/2014/main" id="{F137BEF5-5BED-5285-A913-80E966FB2B85}"/>
              </a:ext>
            </a:extLst>
          </p:cNvPr>
          <p:cNvSpPr txBox="1"/>
          <p:nvPr/>
        </p:nvSpPr>
        <p:spPr>
          <a:xfrm>
            <a:off x="918585" y="2147650"/>
            <a:ext cx="4436745" cy="4431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1">
              <a:spcBef>
                <a:spcPts val="95"/>
              </a:spcBef>
            </a:pPr>
            <a:r>
              <a:rPr sz="28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sz="2801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sz="2801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801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1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</a:t>
            </a:r>
            <a:endParaRPr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1" name="object 23">
            <a:extLst>
              <a:ext uri="{FF2B5EF4-FFF2-40B4-BE49-F238E27FC236}">
                <a16:creationId xmlns:a16="http://schemas.microsoft.com/office/drawing/2014/main" id="{ED669F85-D2D8-9BF8-D3A4-BF5CFFEBB552}"/>
              </a:ext>
            </a:extLst>
          </p:cNvPr>
          <p:cNvSpPr txBox="1"/>
          <p:nvPr/>
        </p:nvSpPr>
        <p:spPr>
          <a:xfrm>
            <a:off x="7355979" y="2097712"/>
            <a:ext cx="3641090" cy="4431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1">
              <a:spcBef>
                <a:spcPts val="95"/>
              </a:spcBef>
            </a:pPr>
            <a:r>
              <a:rPr sz="28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Overcoming</a:t>
            </a:r>
            <a:r>
              <a:rPr sz="2801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1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3" name="object 21">
            <a:extLst>
              <a:ext uri="{FF2B5EF4-FFF2-40B4-BE49-F238E27FC236}">
                <a16:creationId xmlns:a16="http://schemas.microsoft.com/office/drawing/2014/main" id="{FBDB9219-2EE7-D19C-EE17-C1FAD1C7598E}"/>
              </a:ext>
            </a:extLst>
          </p:cNvPr>
          <p:cNvSpPr txBox="1"/>
          <p:nvPr/>
        </p:nvSpPr>
        <p:spPr>
          <a:xfrm>
            <a:off x="12652046" y="2177973"/>
            <a:ext cx="4841240" cy="412806"/>
          </a:xfrm>
          <a:prstGeom prst="rect">
            <a:avLst/>
          </a:prstGeom>
        </p:spPr>
        <p:txBody>
          <a:bodyPr vert="horz" wrap="square" lIns="0" tIns="12701" rIns="0" bIns="0" rtlCol="0">
            <a:spAutoFit/>
          </a:bodyPr>
          <a:lstStyle/>
          <a:p>
            <a:pPr marL="12701">
              <a:spcBef>
                <a:spcPts val="100"/>
              </a:spcBef>
            </a:pPr>
            <a:r>
              <a:rPr sz="25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599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 Feasibility</a:t>
            </a:r>
            <a:r>
              <a:rPr sz="2599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599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sz="2599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99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endParaRPr sz="25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5A9CF239-6F4B-A76D-7208-B0C875EDF951}"/>
              </a:ext>
            </a:extLst>
          </p:cNvPr>
          <p:cNvSpPr txBox="1"/>
          <p:nvPr/>
        </p:nvSpPr>
        <p:spPr>
          <a:xfrm>
            <a:off x="12227353" y="3210525"/>
            <a:ext cx="579777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GovFix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technically feasible because it uses standard technologies such as Node.js, Express, REST APIs, role-based access control, scheduled background services, and SHA-256 hashing.</a:t>
            </a:r>
          </a:p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economically feasible for an MVP because it is designed to run locally and does not require compulsory paid AI APIs.</a:t>
            </a:r>
          </a:p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operationally feasible because it follows existing university roles: students/faculty raise requests, supervisors assign work, technicians repair issues, and registrars monitor escalations.</a:t>
            </a:r>
          </a:p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deterministic finite-state machine makes the workflow practical because every ticket follows a fixed and controlled lifecycle from submission to closure or reopening.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298AF9A-4181-D01E-9A5A-754DAF0515CB}"/>
              </a:ext>
            </a:extLst>
          </p:cNvPr>
          <p:cNvSpPr txBox="1"/>
          <p:nvPr/>
        </p:nvSpPr>
        <p:spPr>
          <a:xfrm>
            <a:off x="6263247" y="3114101"/>
            <a:ext cx="5826553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tickets from staying unresolved,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GovFix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assigns SLA deadlines and automatically escalates overdue cases to supervisors and registrars.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false ticket closure, the technician must provide repair notes and completion evidence before proposing closure.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accountability, a supervisor must review and approve the closure proposal before the ticket can become closed.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stop unauthorized users from performing restricted actions,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GovFix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backend-enforced role-based access control.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invalid status changes, the finite-state machine rejects illegal ticket transitions with an explicit HTTP 409 error.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To handle external AI service failure, </a:t>
            </a:r>
            <a:r>
              <a:rPr lang="en-IN" sz="2400" dirty="0" err="1"/>
              <a:t>GovFix</a:t>
            </a:r>
            <a:r>
              <a:rPr lang="en-IN" sz="2400" dirty="0"/>
              <a:t> uses offline keyword and regex-based heuristics as a fallback.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B1148F30-D3DC-A97F-E757-12E049B0BD77}"/>
              </a:ext>
            </a:extLst>
          </p:cNvPr>
          <p:cNvSpPr txBox="1"/>
          <p:nvPr/>
        </p:nvSpPr>
        <p:spPr>
          <a:xfrm>
            <a:off x="318386" y="3163550"/>
            <a:ext cx="556547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Workflow Engine: Validates state transitions and role-based permissions.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Tamper-Evident Audit Ledger: SHA-256 hash chaining supports audit integrity and tamper detection.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Triage: Assists with request categorization, urgency assessment, and notification drafting.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 Management: Supports deadline tracking and tier-based escalation.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Closure: Supports verification before requests are marked resolved.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Design Potential: The modular workflow, SLA, audit, and AI services can be extended as institutional requirements grow.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533401" y="216170"/>
            <a:ext cx="13090195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8" y="1028700"/>
            <a:ext cx="9290145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-86412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B43190E-5374-48F1-C8B5-4FA50A4184DC}"/>
              </a:ext>
            </a:extLst>
          </p:cNvPr>
          <p:cNvSpPr/>
          <p:nvPr/>
        </p:nvSpPr>
        <p:spPr>
          <a:xfrm>
            <a:off x="914401" y="1884828"/>
            <a:ext cx="8132246" cy="7658798"/>
          </a:xfrm>
          <a:custGeom>
            <a:avLst/>
            <a:gdLst/>
            <a:ahLst/>
            <a:cxnLst/>
            <a:rect l="l" t="t" r="r" b="b"/>
            <a:pathLst>
              <a:path w="8132245" h="7242772">
                <a:moveTo>
                  <a:pt x="0" y="0"/>
                </a:moveTo>
                <a:lnTo>
                  <a:pt x="8132245" y="0"/>
                </a:lnTo>
                <a:lnTo>
                  <a:pt x="8132245" y="7242772"/>
                </a:lnTo>
                <a:lnTo>
                  <a:pt x="0" y="72427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6E9F366-9DD3-CAB1-D106-55BDA1D5EFE7}"/>
              </a:ext>
            </a:extLst>
          </p:cNvPr>
          <p:cNvGrpSpPr/>
          <p:nvPr/>
        </p:nvGrpSpPr>
        <p:grpSpPr>
          <a:xfrm rot="5400000">
            <a:off x="7272557" y="536378"/>
            <a:ext cx="381000" cy="2781300"/>
            <a:chOff x="0" y="0"/>
            <a:chExt cx="508000" cy="3708400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A78D979-1DDA-9803-803C-EA563665BB50}"/>
                </a:ext>
              </a:extLst>
            </p:cNvPr>
            <p:cNvSpPr/>
            <p:nvPr/>
          </p:nvSpPr>
          <p:spPr>
            <a:xfrm>
              <a:off x="0" y="0"/>
              <a:ext cx="508000" cy="3708400"/>
            </a:xfrm>
            <a:custGeom>
              <a:avLst/>
              <a:gdLst/>
              <a:ahLst/>
              <a:cxnLst/>
              <a:rect l="l" t="t" r="r" b="b"/>
              <a:pathLst>
                <a:path w="508000" h="3708400">
                  <a:moveTo>
                    <a:pt x="0" y="0"/>
                  </a:moveTo>
                  <a:lnTo>
                    <a:pt x="508000" y="0"/>
                  </a:lnTo>
                  <a:lnTo>
                    <a:pt x="508000" y="3708400"/>
                  </a:lnTo>
                  <a:lnTo>
                    <a:pt x="0" y="370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245" r="-10254"/>
              </a:stretch>
            </a:blipFill>
          </p:spPr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1E5E6B5-0BA5-1E04-8484-F921A6A2305C}"/>
              </a:ext>
            </a:extLst>
          </p:cNvPr>
          <p:cNvGrpSpPr/>
          <p:nvPr/>
        </p:nvGrpSpPr>
        <p:grpSpPr>
          <a:xfrm rot="5400000">
            <a:off x="4409429" y="533264"/>
            <a:ext cx="381000" cy="2781300"/>
            <a:chOff x="0" y="0"/>
            <a:chExt cx="508000" cy="3708400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94E3602-DD28-5E5D-495F-F110006DCF55}"/>
                </a:ext>
              </a:extLst>
            </p:cNvPr>
            <p:cNvSpPr/>
            <p:nvPr/>
          </p:nvSpPr>
          <p:spPr>
            <a:xfrm>
              <a:off x="0" y="0"/>
              <a:ext cx="508000" cy="3708400"/>
            </a:xfrm>
            <a:custGeom>
              <a:avLst/>
              <a:gdLst/>
              <a:ahLst/>
              <a:cxnLst/>
              <a:rect l="l" t="t" r="r" b="b"/>
              <a:pathLst>
                <a:path w="508000" h="3708400">
                  <a:moveTo>
                    <a:pt x="0" y="0"/>
                  </a:moveTo>
                  <a:lnTo>
                    <a:pt x="508000" y="0"/>
                  </a:lnTo>
                  <a:lnTo>
                    <a:pt x="508000" y="3708400"/>
                  </a:lnTo>
                  <a:lnTo>
                    <a:pt x="0" y="370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245" r="-10254"/>
              </a:stretch>
            </a:blipFill>
          </p:spPr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5DF8931-1A2C-54BC-89E3-C079EBCD238A}"/>
              </a:ext>
            </a:extLst>
          </p:cNvPr>
          <p:cNvGrpSpPr/>
          <p:nvPr/>
        </p:nvGrpSpPr>
        <p:grpSpPr>
          <a:xfrm rot="5400000">
            <a:off x="1989297" y="979281"/>
            <a:ext cx="381000" cy="1895475"/>
            <a:chOff x="0" y="0"/>
            <a:chExt cx="508000" cy="25273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44CE66A-165B-C740-3D36-B4C7F9138629}"/>
                </a:ext>
              </a:extLst>
            </p:cNvPr>
            <p:cNvSpPr/>
            <p:nvPr/>
          </p:nvSpPr>
          <p:spPr>
            <a:xfrm>
              <a:off x="0" y="0"/>
              <a:ext cx="508000" cy="2527300"/>
            </a:xfrm>
            <a:custGeom>
              <a:avLst/>
              <a:gdLst/>
              <a:ahLst/>
              <a:cxnLst/>
              <a:rect l="l" t="t" r="r" b="b"/>
              <a:pathLst>
                <a:path w="508000" h="2527300">
                  <a:moveTo>
                    <a:pt x="0" y="0"/>
                  </a:moveTo>
                  <a:lnTo>
                    <a:pt x="508000" y="0"/>
                  </a:lnTo>
                  <a:lnTo>
                    <a:pt x="508000" y="2527300"/>
                  </a:lnTo>
                  <a:lnTo>
                    <a:pt x="0" y="252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245" r="-10254" b="-46733"/>
              </a:stretch>
            </a:blipFill>
          </p:spPr>
        </p:sp>
      </p:grpSp>
      <p:sp>
        <p:nvSpPr>
          <p:cNvPr id="25" name="Freeform 25">
            <a:extLst>
              <a:ext uri="{FF2B5EF4-FFF2-40B4-BE49-F238E27FC236}">
                <a16:creationId xmlns:a16="http://schemas.microsoft.com/office/drawing/2014/main" id="{049040AE-0349-2853-3FF6-E39A34143E6B}"/>
              </a:ext>
            </a:extLst>
          </p:cNvPr>
          <p:cNvSpPr/>
          <p:nvPr/>
        </p:nvSpPr>
        <p:spPr>
          <a:xfrm>
            <a:off x="9365035" y="1825151"/>
            <a:ext cx="8104451" cy="7718475"/>
          </a:xfrm>
          <a:custGeom>
            <a:avLst/>
            <a:gdLst/>
            <a:ahLst/>
            <a:cxnLst/>
            <a:rect l="l" t="t" r="r" b="b"/>
            <a:pathLst>
              <a:path w="8104451" h="7242772">
                <a:moveTo>
                  <a:pt x="0" y="0"/>
                </a:moveTo>
                <a:lnTo>
                  <a:pt x="8104451" y="0"/>
                </a:lnTo>
                <a:lnTo>
                  <a:pt x="8104451" y="7242772"/>
                </a:lnTo>
                <a:lnTo>
                  <a:pt x="0" y="72427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481662CB-94E7-740D-E797-F802601D2051}"/>
              </a:ext>
            </a:extLst>
          </p:cNvPr>
          <p:cNvGrpSpPr/>
          <p:nvPr/>
        </p:nvGrpSpPr>
        <p:grpSpPr>
          <a:xfrm rot="5400000">
            <a:off x="15627096" y="577602"/>
            <a:ext cx="381000" cy="2667000"/>
            <a:chOff x="0" y="0"/>
            <a:chExt cx="508000" cy="3556000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8A3AC3E-C1DC-B874-7192-8AC1FC625C97}"/>
                </a:ext>
              </a:extLst>
            </p:cNvPr>
            <p:cNvSpPr/>
            <p:nvPr/>
          </p:nvSpPr>
          <p:spPr>
            <a:xfrm>
              <a:off x="0" y="0"/>
              <a:ext cx="508000" cy="3556000"/>
            </a:xfrm>
            <a:custGeom>
              <a:avLst/>
              <a:gdLst/>
              <a:ahLst/>
              <a:cxnLst/>
              <a:rect l="l" t="t" r="r" b="b"/>
              <a:pathLst>
                <a:path w="508000" h="3556000">
                  <a:moveTo>
                    <a:pt x="0" y="0"/>
                  </a:moveTo>
                  <a:lnTo>
                    <a:pt x="508000" y="0"/>
                  </a:lnTo>
                  <a:lnTo>
                    <a:pt x="508000" y="3556000"/>
                  </a:lnTo>
                  <a:lnTo>
                    <a:pt x="0" y="355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7500"/>
              </a:stretch>
            </a:blipFill>
          </p:spPr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BA5B8B4-D7F7-5050-C16C-2F475072F448}"/>
              </a:ext>
            </a:extLst>
          </p:cNvPr>
          <p:cNvGrpSpPr/>
          <p:nvPr/>
        </p:nvGrpSpPr>
        <p:grpSpPr>
          <a:xfrm rot="5400000">
            <a:off x="12886316" y="574487"/>
            <a:ext cx="381000" cy="2667000"/>
            <a:chOff x="0" y="0"/>
            <a:chExt cx="508000" cy="35560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AAD0F89-E80B-17B3-CA28-78C410B843A9}"/>
                </a:ext>
              </a:extLst>
            </p:cNvPr>
            <p:cNvSpPr/>
            <p:nvPr/>
          </p:nvSpPr>
          <p:spPr>
            <a:xfrm>
              <a:off x="0" y="0"/>
              <a:ext cx="508000" cy="3556000"/>
            </a:xfrm>
            <a:custGeom>
              <a:avLst/>
              <a:gdLst/>
              <a:ahLst/>
              <a:cxnLst/>
              <a:rect l="l" t="t" r="r" b="b"/>
              <a:pathLst>
                <a:path w="508000" h="3556000">
                  <a:moveTo>
                    <a:pt x="0" y="0"/>
                  </a:moveTo>
                  <a:lnTo>
                    <a:pt x="508000" y="0"/>
                  </a:lnTo>
                  <a:lnTo>
                    <a:pt x="508000" y="3556000"/>
                  </a:lnTo>
                  <a:lnTo>
                    <a:pt x="0" y="355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7500"/>
              </a:stretch>
            </a:blipFill>
          </p:spPr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CB297221-FA21-C90D-1D4B-DCBD0AD87821}"/>
              </a:ext>
            </a:extLst>
          </p:cNvPr>
          <p:cNvGrpSpPr/>
          <p:nvPr/>
        </p:nvGrpSpPr>
        <p:grpSpPr>
          <a:xfrm rot="5400000">
            <a:off x="10755221" y="1187202"/>
            <a:ext cx="381000" cy="1447800"/>
            <a:chOff x="0" y="0"/>
            <a:chExt cx="508000" cy="19304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CCFBD6E8-3841-2DBD-7C79-6B7BF8CE5D73}"/>
                </a:ext>
              </a:extLst>
            </p:cNvPr>
            <p:cNvSpPr/>
            <p:nvPr/>
          </p:nvSpPr>
          <p:spPr>
            <a:xfrm>
              <a:off x="0" y="0"/>
              <a:ext cx="508000" cy="1930400"/>
            </a:xfrm>
            <a:custGeom>
              <a:avLst/>
              <a:gdLst/>
              <a:ahLst/>
              <a:cxnLst/>
              <a:rect l="l" t="t" r="r" b="b"/>
              <a:pathLst>
                <a:path w="508000" h="1930400">
                  <a:moveTo>
                    <a:pt x="0" y="0"/>
                  </a:moveTo>
                  <a:lnTo>
                    <a:pt x="508000" y="0"/>
                  </a:lnTo>
                  <a:lnTo>
                    <a:pt x="5080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7500" b="-84210"/>
              </a:stretch>
            </a:blipFill>
          </p:spPr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4EED7874-A4E3-065C-FF40-B7946967E9F1}"/>
              </a:ext>
            </a:extLst>
          </p:cNvPr>
          <p:cNvGrpSpPr/>
          <p:nvPr/>
        </p:nvGrpSpPr>
        <p:grpSpPr>
          <a:xfrm rot="5400000">
            <a:off x="9736142" y="1612952"/>
            <a:ext cx="381000" cy="561975"/>
            <a:chOff x="0" y="0"/>
            <a:chExt cx="508000" cy="749300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35986210-9FDC-2B67-883F-B83A83E66880}"/>
                </a:ext>
              </a:extLst>
            </p:cNvPr>
            <p:cNvSpPr/>
            <p:nvPr/>
          </p:nvSpPr>
          <p:spPr>
            <a:xfrm>
              <a:off x="0" y="0"/>
              <a:ext cx="508000" cy="749300"/>
            </a:xfrm>
            <a:custGeom>
              <a:avLst/>
              <a:gdLst/>
              <a:ahLst/>
              <a:cxnLst/>
              <a:rect l="l" t="t" r="r" b="b"/>
              <a:pathLst>
                <a:path w="508000" h="749300">
                  <a:moveTo>
                    <a:pt x="0" y="0"/>
                  </a:moveTo>
                  <a:lnTo>
                    <a:pt x="508000" y="0"/>
                  </a:lnTo>
                  <a:lnTo>
                    <a:pt x="508000" y="749300"/>
                  </a:lnTo>
                  <a:lnTo>
                    <a:pt x="0" y="749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7500" b="-374576"/>
              </a:stretch>
            </a:blipFill>
          </p:spPr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4E3289B-19B1-EA88-0E2F-574C43CD8873}"/>
              </a:ext>
            </a:extLst>
          </p:cNvPr>
          <p:cNvSpPr txBox="1"/>
          <p:nvPr/>
        </p:nvSpPr>
        <p:spPr>
          <a:xfrm>
            <a:off x="2127473" y="2313962"/>
            <a:ext cx="6602597" cy="741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300"/>
              </a:lnSpc>
            </a:pPr>
            <a:r>
              <a:rPr lang="en-US" sz="4500" b="1" u="sng" dirty="0">
                <a:solidFill>
                  <a:srgbClr val="1F497D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POTENTIAL IMPACTS</a:t>
            </a:r>
          </a:p>
        </p:txBody>
      </p:sp>
      <p:sp>
        <p:nvSpPr>
          <p:cNvPr id="37" name="TextBox 35">
            <a:extLst>
              <a:ext uri="{FF2B5EF4-FFF2-40B4-BE49-F238E27FC236}">
                <a16:creationId xmlns:a16="http://schemas.microsoft.com/office/drawing/2014/main" id="{C45633AD-261B-BF20-F744-2EEBC30C49A0}"/>
              </a:ext>
            </a:extLst>
          </p:cNvPr>
          <p:cNvSpPr txBox="1"/>
          <p:nvPr/>
        </p:nvSpPr>
        <p:spPr>
          <a:xfrm>
            <a:off x="10678479" y="2351150"/>
            <a:ext cx="3540138" cy="741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300"/>
              </a:lnSpc>
            </a:pPr>
            <a:r>
              <a:rPr lang="en-US" sz="4500" b="1" u="sng" dirty="0">
                <a:solidFill>
                  <a:srgbClr val="1F497D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BENEFITS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0F903D-DCBC-D360-DDAF-B634AC60E22C}"/>
              </a:ext>
            </a:extLst>
          </p:cNvPr>
          <p:cNvSpPr txBox="1"/>
          <p:nvPr/>
        </p:nvSpPr>
        <p:spPr>
          <a:xfrm>
            <a:off x="1232060" y="3061937"/>
            <a:ext cx="9144000" cy="538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756"/>
              </a:lnSpc>
            </a:pPr>
            <a:r>
              <a:rPr lang="en-US" sz="2700" b="1" u="sng" dirty="0">
                <a:solidFill>
                  <a:srgbClr val="1F497D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Target User :</a:t>
            </a:r>
          </a:p>
        </p:txBody>
      </p:sp>
      <p:sp>
        <p:nvSpPr>
          <p:cNvPr id="43" name="Freeform 56">
            <a:extLst>
              <a:ext uri="{FF2B5EF4-FFF2-40B4-BE49-F238E27FC236}">
                <a16:creationId xmlns:a16="http://schemas.microsoft.com/office/drawing/2014/main" id="{2059B61C-810D-0ED4-ED22-BED78DAA807A}"/>
              </a:ext>
            </a:extLst>
          </p:cNvPr>
          <p:cNvSpPr/>
          <p:nvPr/>
        </p:nvSpPr>
        <p:spPr>
          <a:xfrm>
            <a:off x="9472354" y="3133714"/>
            <a:ext cx="7977446" cy="568256"/>
          </a:xfrm>
          <a:custGeom>
            <a:avLst/>
            <a:gdLst/>
            <a:ahLst/>
            <a:cxnLst/>
            <a:rect l="l" t="t" r="r" b="b"/>
            <a:pathLst>
              <a:path w="7960867" h="614432">
                <a:moveTo>
                  <a:pt x="0" y="0"/>
                </a:moveTo>
                <a:lnTo>
                  <a:pt x="7960867" y="0"/>
                </a:lnTo>
                <a:lnTo>
                  <a:pt x="7960867" y="614432"/>
                </a:lnTo>
                <a:lnTo>
                  <a:pt x="0" y="614432"/>
                </a:ln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60">
            <a:extLst>
              <a:ext uri="{FF2B5EF4-FFF2-40B4-BE49-F238E27FC236}">
                <a16:creationId xmlns:a16="http://schemas.microsoft.com/office/drawing/2014/main" id="{DD05ECFF-6EBF-B327-A06D-8778F44E4040}"/>
              </a:ext>
            </a:extLst>
          </p:cNvPr>
          <p:cNvSpPr txBox="1"/>
          <p:nvPr/>
        </p:nvSpPr>
        <p:spPr>
          <a:xfrm>
            <a:off x="12804330" y="3186284"/>
            <a:ext cx="1173975" cy="399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399" b="1" dirty="0">
                <a:solidFill>
                  <a:srgbClr val="FFFFFF">
                    <a:alpha val="52941"/>
                  </a:srgbClr>
                </a:solidFill>
                <a:latin typeface="Times New Roman" panose="02020603050405020304" pitchFamily="18" charset="0"/>
                <a:ea typeface="Arimo Bold"/>
                <a:cs typeface="Times New Roman" panose="02020603050405020304" pitchFamily="18" charset="0"/>
                <a:sym typeface="Arimo Bold"/>
              </a:rPr>
              <a:t>SOCIAL</a:t>
            </a:r>
          </a:p>
        </p:txBody>
      </p:sp>
      <p:sp>
        <p:nvSpPr>
          <p:cNvPr id="47" name="Freeform 56">
            <a:extLst>
              <a:ext uri="{FF2B5EF4-FFF2-40B4-BE49-F238E27FC236}">
                <a16:creationId xmlns:a16="http://schemas.microsoft.com/office/drawing/2014/main" id="{7603AF55-864A-AC8A-7274-98062B52FFE9}"/>
              </a:ext>
            </a:extLst>
          </p:cNvPr>
          <p:cNvSpPr/>
          <p:nvPr/>
        </p:nvSpPr>
        <p:spPr>
          <a:xfrm>
            <a:off x="9433454" y="5324269"/>
            <a:ext cx="7977446" cy="568256"/>
          </a:xfrm>
          <a:custGeom>
            <a:avLst/>
            <a:gdLst/>
            <a:ahLst/>
            <a:cxnLst/>
            <a:rect l="l" t="t" r="r" b="b"/>
            <a:pathLst>
              <a:path w="7960867" h="614432">
                <a:moveTo>
                  <a:pt x="0" y="0"/>
                </a:moveTo>
                <a:lnTo>
                  <a:pt x="7960867" y="0"/>
                </a:lnTo>
                <a:lnTo>
                  <a:pt x="7960867" y="614432"/>
                </a:lnTo>
                <a:lnTo>
                  <a:pt x="0" y="614432"/>
                </a:ln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61">
            <a:extLst>
              <a:ext uri="{FF2B5EF4-FFF2-40B4-BE49-F238E27FC236}">
                <a16:creationId xmlns:a16="http://schemas.microsoft.com/office/drawing/2014/main" id="{E88FAB22-3416-6375-CCAA-AED53703A7E8}"/>
              </a:ext>
            </a:extLst>
          </p:cNvPr>
          <p:cNvSpPr txBox="1"/>
          <p:nvPr/>
        </p:nvSpPr>
        <p:spPr>
          <a:xfrm>
            <a:off x="12556795" y="5416273"/>
            <a:ext cx="2346626" cy="399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399" b="1" dirty="0">
                <a:solidFill>
                  <a:srgbClr val="FFFFFF">
                    <a:alpha val="52941"/>
                  </a:srgbClr>
                </a:solidFill>
                <a:latin typeface="Times New Roman" panose="02020603050405020304" pitchFamily="18" charset="0"/>
                <a:ea typeface="Arimo Bold"/>
                <a:cs typeface="Times New Roman" panose="02020603050405020304" pitchFamily="18" charset="0"/>
                <a:sym typeface="Arimo Bold"/>
              </a:rPr>
              <a:t>ECONOMIC</a:t>
            </a:r>
          </a:p>
        </p:txBody>
      </p:sp>
      <p:sp>
        <p:nvSpPr>
          <p:cNvPr id="51" name="Freeform 56">
            <a:extLst>
              <a:ext uri="{FF2B5EF4-FFF2-40B4-BE49-F238E27FC236}">
                <a16:creationId xmlns:a16="http://schemas.microsoft.com/office/drawing/2014/main" id="{D3F1A595-C37A-4852-46C6-B1C1A4B4125B}"/>
              </a:ext>
            </a:extLst>
          </p:cNvPr>
          <p:cNvSpPr/>
          <p:nvPr/>
        </p:nvSpPr>
        <p:spPr>
          <a:xfrm>
            <a:off x="9433454" y="7472583"/>
            <a:ext cx="7977446" cy="568256"/>
          </a:xfrm>
          <a:custGeom>
            <a:avLst/>
            <a:gdLst/>
            <a:ahLst/>
            <a:cxnLst/>
            <a:rect l="l" t="t" r="r" b="b"/>
            <a:pathLst>
              <a:path w="7960867" h="614432">
                <a:moveTo>
                  <a:pt x="0" y="0"/>
                </a:moveTo>
                <a:lnTo>
                  <a:pt x="7960867" y="0"/>
                </a:lnTo>
                <a:lnTo>
                  <a:pt x="7960867" y="614432"/>
                </a:lnTo>
                <a:lnTo>
                  <a:pt x="0" y="614432"/>
                </a:ln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62">
            <a:extLst>
              <a:ext uri="{FF2B5EF4-FFF2-40B4-BE49-F238E27FC236}">
                <a16:creationId xmlns:a16="http://schemas.microsoft.com/office/drawing/2014/main" id="{7306D788-9F88-2AC6-F163-B1E15B8D098F}"/>
              </a:ext>
            </a:extLst>
          </p:cNvPr>
          <p:cNvSpPr txBox="1"/>
          <p:nvPr/>
        </p:nvSpPr>
        <p:spPr>
          <a:xfrm>
            <a:off x="12109095" y="7555966"/>
            <a:ext cx="2989947" cy="399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59"/>
              </a:lnSpc>
            </a:pPr>
            <a:r>
              <a:rPr lang="en-US" sz="2399" b="1" dirty="0">
                <a:solidFill>
                  <a:srgbClr val="FFFFFF">
                    <a:alpha val="52941"/>
                  </a:srgbClr>
                </a:solidFill>
                <a:latin typeface="Times New Roman" panose="02020603050405020304" pitchFamily="18" charset="0"/>
                <a:ea typeface="Arimo Bold"/>
                <a:cs typeface="Times New Roman" panose="02020603050405020304" pitchFamily="18" charset="0"/>
                <a:sym typeface="Arimo Bold"/>
              </a:rPr>
              <a:t>ENVIRONMENTAL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1EFAE8-2F13-6F47-9158-458DF907FBC7}"/>
              </a:ext>
            </a:extLst>
          </p:cNvPr>
          <p:cNvSpPr txBox="1"/>
          <p:nvPr/>
        </p:nvSpPr>
        <p:spPr>
          <a:xfrm>
            <a:off x="1159042" y="3538313"/>
            <a:ext cx="761042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Accountability 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clearer ownership of service requests, promotes responsible handling, and improves transparency across departments.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Maintenance: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recurring infrastructure issues in classrooms, laboratories, and campus facilities, helping institutions recognize patterns before problems repeatedly disrupt daily activities.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Governance: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request histories, resolution trends, and escalation records to help administrators identify bottlenecks, prioritize resources, and make informed maintenance decisions.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Digital Governance: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workflow model that can potentially extend beyond maintenance to IT support, hostel facilities, administrative services, and other institutional departments.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27D205-6B93-88CD-A64E-8422CA0C5124}"/>
              </a:ext>
            </a:extLst>
          </p:cNvPr>
          <p:cNvSpPr txBox="1"/>
          <p:nvPr/>
        </p:nvSpPr>
        <p:spPr>
          <a:xfrm>
            <a:off x="9472354" y="3742491"/>
            <a:ext cx="7901245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GovFix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better institutional governance by giving administrators</a:t>
            </a:r>
          </a:p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visibility into Tier-1 and Tier-2 escalations, delayed cases, and service-performance patterns.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GovFix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transparency because students, faculty, and staff can view</a:t>
            </a:r>
          </a:p>
          <a:p>
            <a:pPr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status of their own service requests and live SLA information.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CE4541-4AD2-CBAB-D44C-176CF3DF14C4}"/>
              </a:ext>
            </a:extLst>
          </p:cNvPr>
          <p:cNvSpPr txBox="1"/>
          <p:nvPr/>
        </p:nvSpPr>
        <p:spPr>
          <a:xfrm>
            <a:off x="9472354" y="5951687"/>
            <a:ext cx="79012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GovFix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reduce the time spent by students, faculty, and staff on repeated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follow-up calls, physical visits, informal messages, and manual status checking.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GovFix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reduce dependence on expensive proprietary ticketing or cloud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ITSM subscriptions because the proposed MVP is designed for local deployment and does not require paid AI APIs.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247A0C-3DFA-6A22-888C-EC468F924F26}"/>
              </a:ext>
            </a:extLst>
          </p:cNvPr>
          <p:cNvSpPr txBox="1"/>
          <p:nvPr/>
        </p:nvSpPr>
        <p:spPr>
          <a:xfrm>
            <a:off x="9502834" y="7979459"/>
            <a:ext cx="77279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GovFix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reduce paper usage by replacing physical complaint registers,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printed maintenance forms, manual approval slips, and paper-based service logs with digital tickets and audit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GovFix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reduce repeated technician visits by requiring structured fault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descriptions, diagnostic notes, and completion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990600" y="236108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06D326-C42C-799F-8019-52FD60AD7E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646" y="7620"/>
            <a:ext cx="18237751" cy="102641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663020" y="3238633"/>
            <a:ext cx="6961960" cy="222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sz="14129" b="1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17132" y="5877000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1143</Words>
  <Application>Microsoft Office PowerPoint</Application>
  <PresentationFormat>Custom</PresentationFormat>
  <Paragraphs>100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Times New Roman</vt:lpstr>
      <vt:lpstr>Calibri</vt:lpstr>
      <vt:lpstr>Heading Now 31-38</vt:lpstr>
      <vt:lpstr>Palatino Linotype</vt:lpstr>
      <vt:lpstr>Wingdings</vt:lpstr>
      <vt:lpstr>Arial</vt:lpstr>
      <vt:lpstr>Aptos</vt:lpstr>
      <vt:lpstr>Book Antiqua</vt:lpstr>
      <vt:lpstr>Heading Now 31-38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dc:creator>Pranav Gurram</dc:creator>
  <cp:lastModifiedBy>Pranav Gurram</cp:lastModifiedBy>
  <cp:revision>2</cp:revision>
  <dcterms:created xsi:type="dcterms:W3CDTF">2006-08-16T00:00:00Z</dcterms:created>
  <dcterms:modified xsi:type="dcterms:W3CDTF">2026-10-11T14:56:19Z</dcterms:modified>
  <dc:identifier>DAHXr7I3BNw</dc:identifier>
</cp:coreProperties>
</file>